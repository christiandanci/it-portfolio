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4" r:id="rId9"/>
    <p:sldId id="262" r:id="rId10"/>
    <p:sldId id="263" r:id="rId11"/>
    <p:sldId id="273" r:id="rId12"/>
    <p:sldId id="265" r:id="rId13"/>
    <p:sldId id="274" r:id="rId14"/>
    <p:sldId id="266" r:id="rId15"/>
    <p:sldId id="275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AC6C3-945E-4DE1-BFA6-882FEA7644C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D16385-3151-44A6-ADB8-027B30C1745F}">
      <dgm:prSet/>
      <dgm:spPr/>
      <dgm:t>
        <a:bodyPr/>
        <a:lstStyle/>
        <a:p>
          <a:r>
            <a:rPr lang="en-US" dirty="0"/>
            <a:t>Operational, tactical, strategic decision support</a:t>
          </a:r>
        </a:p>
      </dgm:t>
    </dgm:pt>
    <dgm:pt modelId="{05549A44-4C13-4F5C-812B-12671C67A603}" type="parTrans" cxnId="{364910D7-0ED7-44A3-A758-42AF2D8F01B1}">
      <dgm:prSet/>
      <dgm:spPr/>
      <dgm:t>
        <a:bodyPr/>
        <a:lstStyle/>
        <a:p>
          <a:endParaRPr lang="en-US"/>
        </a:p>
      </dgm:t>
    </dgm:pt>
    <dgm:pt modelId="{05CF6642-7478-42FE-8359-0296D584D751}" type="sibTrans" cxnId="{364910D7-0ED7-44A3-A758-42AF2D8F01B1}">
      <dgm:prSet/>
      <dgm:spPr/>
      <dgm:t>
        <a:bodyPr/>
        <a:lstStyle/>
        <a:p>
          <a:endParaRPr lang="en-US"/>
        </a:p>
      </dgm:t>
    </dgm:pt>
    <dgm:pt modelId="{23240AD1-A0A3-4880-9A92-26D92A74391F}">
      <dgm:prSet/>
      <dgm:spPr/>
      <dgm:t>
        <a:bodyPr/>
        <a:lstStyle/>
        <a:p>
          <a:r>
            <a:rPr lang="en-US" dirty="0"/>
            <a:t>BI definition, tools, techniques</a:t>
          </a:r>
        </a:p>
      </dgm:t>
    </dgm:pt>
    <dgm:pt modelId="{83114756-C05E-4AFF-A675-57467F5CD39D}" type="parTrans" cxnId="{D6E2DC5B-CBA2-4708-8B00-11EEA6EB1041}">
      <dgm:prSet/>
      <dgm:spPr/>
      <dgm:t>
        <a:bodyPr/>
        <a:lstStyle/>
        <a:p>
          <a:endParaRPr lang="en-US"/>
        </a:p>
      </dgm:t>
    </dgm:pt>
    <dgm:pt modelId="{F55392A9-079D-4753-8EAA-FCCC7655A6E3}" type="sibTrans" cxnId="{D6E2DC5B-CBA2-4708-8B00-11EEA6EB1041}">
      <dgm:prSet/>
      <dgm:spPr/>
      <dgm:t>
        <a:bodyPr/>
        <a:lstStyle/>
        <a:p>
          <a:endParaRPr lang="en-US"/>
        </a:p>
      </dgm:t>
    </dgm:pt>
    <dgm:pt modelId="{E1A1A6ED-1113-4726-AA4D-666BCBB992DD}">
      <dgm:prSet/>
      <dgm:spPr/>
      <dgm:t>
        <a:bodyPr/>
        <a:lstStyle/>
        <a:p>
          <a:r>
            <a:rPr lang="en-US" dirty="0"/>
            <a:t>Key BI features for SmartDrive (drilldown, slicers, KPIs)</a:t>
          </a:r>
        </a:p>
      </dgm:t>
    </dgm:pt>
    <dgm:pt modelId="{DA9BFFB5-0DD8-460F-9274-9192137BD2B9}" type="parTrans" cxnId="{51159715-8406-4D91-96FB-0E861F677F34}">
      <dgm:prSet/>
      <dgm:spPr/>
      <dgm:t>
        <a:bodyPr/>
        <a:lstStyle/>
        <a:p>
          <a:endParaRPr lang="en-US"/>
        </a:p>
      </dgm:t>
    </dgm:pt>
    <dgm:pt modelId="{9BE0B732-1C89-46F4-8287-58A21093CF50}" type="sibTrans" cxnId="{51159715-8406-4D91-96FB-0E861F677F34}">
      <dgm:prSet/>
      <dgm:spPr/>
      <dgm:t>
        <a:bodyPr/>
        <a:lstStyle/>
        <a:p>
          <a:endParaRPr lang="en-US"/>
        </a:p>
      </dgm:t>
    </dgm:pt>
    <dgm:pt modelId="{7130407C-DC7C-4073-ABF0-6E767A36D73E}" type="pres">
      <dgm:prSet presAssocID="{B24AC6C3-945E-4DE1-BFA6-882FEA7644C6}" presName="linear" presStyleCnt="0">
        <dgm:presLayoutVars>
          <dgm:animLvl val="lvl"/>
          <dgm:resizeHandles val="exact"/>
        </dgm:presLayoutVars>
      </dgm:prSet>
      <dgm:spPr/>
    </dgm:pt>
    <dgm:pt modelId="{F9D8227A-FAD1-4E09-9918-E29687E5D341}" type="pres">
      <dgm:prSet presAssocID="{C4D16385-3151-44A6-ADB8-027B30C174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337C02-6A57-4812-918F-ED4B882A04DF}" type="pres">
      <dgm:prSet presAssocID="{05CF6642-7478-42FE-8359-0296D584D751}" presName="spacer" presStyleCnt="0"/>
      <dgm:spPr/>
    </dgm:pt>
    <dgm:pt modelId="{4B506A86-01FE-46D6-851D-7C4B2677B082}" type="pres">
      <dgm:prSet presAssocID="{23240AD1-A0A3-4880-9A92-26D92A74391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843600-C81B-41A7-86C2-1FA7BF9EB0FA}" type="pres">
      <dgm:prSet presAssocID="{F55392A9-079D-4753-8EAA-FCCC7655A6E3}" presName="spacer" presStyleCnt="0"/>
      <dgm:spPr/>
    </dgm:pt>
    <dgm:pt modelId="{97D981B1-9AB7-4A9C-894D-CA82769C36F4}" type="pres">
      <dgm:prSet presAssocID="{E1A1A6ED-1113-4726-AA4D-666BCBB992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159715-8406-4D91-96FB-0E861F677F34}" srcId="{B24AC6C3-945E-4DE1-BFA6-882FEA7644C6}" destId="{E1A1A6ED-1113-4726-AA4D-666BCBB992DD}" srcOrd="2" destOrd="0" parTransId="{DA9BFFB5-0DD8-460F-9274-9192137BD2B9}" sibTransId="{9BE0B732-1C89-46F4-8287-58A21093CF50}"/>
    <dgm:cxn modelId="{CFF5A117-498A-454A-97EF-7FD0A62694CB}" type="presOf" srcId="{23240AD1-A0A3-4880-9A92-26D92A74391F}" destId="{4B506A86-01FE-46D6-851D-7C4B2677B082}" srcOrd="0" destOrd="0" presId="urn:microsoft.com/office/officeart/2005/8/layout/vList2"/>
    <dgm:cxn modelId="{D6E2DC5B-CBA2-4708-8B00-11EEA6EB1041}" srcId="{B24AC6C3-945E-4DE1-BFA6-882FEA7644C6}" destId="{23240AD1-A0A3-4880-9A92-26D92A74391F}" srcOrd="1" destOrd="0" parTransId="{83114756-C05E-4AFF-A675-57467F5CD39D}" sibTransId="{F55392A9-079D-4753-8EAA-FCCC7655A6E3}"/>
    <dgm:cxn modelId="{30ACA363-058A-40BB-86CA-CE7BBEA4383C}" type="presOf" srcId="{C4D16385-3151-44A6-ADB8-027B30C1745F}" destId="{F9D8227A-FAD1-4E09-9918-E29687E5D341}" srcOrd="0" destOrd="0" presId="urn:microsoft.com/office/officeart/2005/8/layout/vList2"/>
    <dgm:cxn modelId="{A018D295-A426-4CD6-8D06-0AA862161F01}" type="presOf" srcId="{E1A1A6ED-1113-4726-AA4D-666BCBB992DD}" destId="{97D981B1-9AB7-4A9C-894D-CA82769C36F4}" srcOrd="0" destOrd="0" presId="urn:microsoft.com/office/officeart/2005/8/layout/vList2"/>
    <dgm:cxn modelId="{9FAA60D4-4ED3-48B2-912B-80CEC1A78820}" type="presOf" srcId="{B24AC6C3-945E-4DE1-BFA6-882FEA7644C6}" destId="{7130407C-DC7C-4073-ABF0-6E767A36D73E}" srcOrd="0" destOrd="0" presId="urn:microsoft.com/office/officeart/2005/8/layout/vList2"/>
    <dgm:cxn modelId="{364910D7-0ED7-44A3-A758-42AF2D8F01B1}" srcId="{B24AC6C3-945E-4DE1-BFA6-882FEA7644C6}" destId="{C4D16385-3151-44A6-ADB8-027B30C1745F}" srcOrd="0" destOrd="0" parTransId="{05549A44-4C13-4F5C-812B-12671C67A603}" sibTransId="{05CF6642-7478-42FE-8359-0296D584D751}"/>
    <dgm:cxn modelId="{B2EFBD84-41AA-42F3-B665-CEBB85643E41}" type="presParOf" srcId="{7130407C-DC7C-4073-ABF0-6E767A36D73E}" destId="{F9D8227A-FAD1-4E09-9918-E29687E5D341}" srcOrd="0" destOrd="0" presId="urn:microsoft.com/office/officeart/2005/8/layout/vList2"/>
    <dgm:cxn modelId="{37F28947-B4CB-434E-8C68-744BEE3EDEE2}" type="presParOf" srcId="{7130407C-DC7C-4073-ABF0-6E767A36D73E}" destId="{99337C02-6A57-4812-918F-ED4B882A04DF}" srcOrd="1" destOrd="0" presId="urn:microsoft.com/office/officeart/2005/8/layout/vList2"/>
    <dgm:cxn modelId="{C9D348CA-3AC5-409C-9381-B7E0269559AA}" type="presParOf" srcId="{7130407C-DC7C-4073-ABF0-6E767A36D73E}" destId="{4B506A86-01FE-46D6-851D-7C4B2677B082}" srcOrd="2" destOrd="0" presId="urn:microsoft.com/office/officeart/2005/8/layout/vList2"/>
    <dgm:cxn modelId="{DBE1FB2F-800E-4E9C-89AC-82A77A536DF6}" type="presParOf" srcId="{7130407C-DC7C-4073-ABF0-6E767A36D73E}" destId="{C4843600-C81B-41A7-86C2-1FA7BF9EB0FA}" srcOrd="3" destOrd="0" presId="urn:microsoft.com/office/officeart/2005/8/layout/vList2"/>
    <dgm:cxn modelId="{64B03306-6A91-45EB-9524-2BE3E10F64DA}" type="presParOf" srcId="{7130407C-DC7C-4073-ABF0-6E767A36D73E}" destId="{97D981B1-9AB7-4A9C-894D-CA82769C36F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7B5C15-FA5B-4E0E-9835-0049311AAB23}" type="doc">
      <dgm:prSet loTypeId="urn:microsoft.com/office/officeart/2005/8/layout/arrow5" loCatId="relationship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B0E9F8E-F474-4583-A96A-A03875060416}">
      <dgm:prSet/>
      <dgm:spPr/>
      <dgm:t>
        <a:bodyPr/>
        <a:lstStyle/>
        <a:p>
          <a:r>
            <a:rPr lang="en-US"/>
            <a:t>Feedback:</a:t>
          </a:r>
        </a:p>
      </dgm:t>
    </dgm:pt>
    <dgm:pt modelId="{BBCDB473-A3B1-43C8-B82E-30919B51F123}" type="parTrans" cxnId="{0B0C8943-BDB1-4CEA-9674-4D8BC6558FE7}">
      <dgm:prSet/>
      <dgm:spPr/>
      <dgm:t>
        <a:bodyPr/>
        <a:lstStyle/>
        <a:p>
          <a:endParaRPr lang="en-US"/>
        </a:p>
      </dgm:t>
    </dgm:pt>
    <dgm:pt modelId="{CE1ACEEC-A69C-41C1-B029-2C9E5D083AB2}" type="sibTrans" cxnId="{0B0C8943-BDB1-4CEA-9674-4D8BC6558FE7}">
      <dgm:prSet/>
      <dgm:spPr/>
      <dgm:t>
        <a:bodyPr/>
        <a:lstStyle/>
        <a:p>
          <a:endParaRPr lang="en-US"/>
        </a:p>
      </dgm:t>
    </dgm:pt>
    <dgm:pt modelId="{154DAE72-C44D-4702-94A6-2373A7E4F818}">
      <dgm:prSet/>
      <dgm:spPr/>
      <dgm:t>
        <a:bodyPr/>
        <a:lstStyle/>
        <a:p>
          <a:r>
            <a:rPr lang="en-US"/>
            <a:t>Improve layout consistency</a:t>
          </a:r>
        </a:p>
      </dgm:t>
    </dgm:pt>
    <dgm:pt modelId="{59E9A25E-2F5C-4E0B-B238-896B1490BBB7}" type="parTrans" cxnId="{6CFF7D8D-D983-431F-995C-9FA1E3051211}">
      <dgm:prSet/>
      <dgm:spPr/>
      <dgm:t>
        <a:bodyPr/>
        <a:lstStyle/>
        <a:p>
          <a:endParaRPr lang="en-US"/>
        </a:p>
      </dgm:t>
    </dgm:pt>
    <dgm:pt modelId="{C1ACC868-FC18-4496-89FE-3587BB1E28FD}" type="sibTrans" cxnId="{6CFF7D8D-D983-431F-995C-9FA1E3051211}">
      <dgm:prSet/>
      <dgm:spPr/>
      <dgm:t>
        <a:bodyPr/>
        <a:lstStyle/>
        <a:p>
          <a:endParaRPr lang="en-US"/>
        </a:p>
      </dgm:t>
    </dgm:pt>
    <dgm:pt modelId="{99E970AD-6C17-45E5-807D-119E5C69B3C2}">
      <dgm:prSet/>
      <dgm:spPr/>
      <dgm:t>
        <a:bodyPr/>
        <a:lstStyle/>
        <a:p>
          <a:r>
            <a:rPr lang="en-US"/>
            <a:t>Add slicers</a:t>
          </a:r>
        </a:p>
      </dgm:t>
    </dgm:pt>
    <dgm:pt modelId="{341426E8-AEF5-4E03-8ED7-98E3B7A1B3EC}" type="parTrans" cxnId="{5A1EC1AD-2D84-4079-A824-239F270467DA}">
      <dgm:prSet/>
      <dgm:spPr/>
      <dgm:t>
        <a:bodyPr/>
        <a:lstStyle/>
        <a:p>
          <a:endParaRPr lang="en-US"/>
        </a:p>
      </dgm:t>
    </dgm:pt>
    <dgm:pt modelId="{867445E6-9A39-466A-8DF3-5E193B00D8F6}" type="sibTrans" cxnId="{5A1EC1AD-2D84-4079-A824-239F270467DA}">
      <dgm:prSet/>
      <dgm:spPr/>
      <dgm:t>
        <a:bodyPr/>
        <a:lstStyle/>
        <a:p>
          <a:endParaRPr lang="en-US"/>
        </a:p>
      </dgm:t>
    </dgm:pt>
    <dgm:pt modelId="{7F964CE1-7E6E-4ACF-8C62-BE3DE31CADB2}">
      <dgm:prSet/>
      <dgm:spPr/>
      <dgm:t>
        <a:bodyPr/>
        <a:lstStyle/>
        <a:p>
          <a:r>
            <a:rPr lang="en-US"/>
            <a:t>Add KPIs for top 5 countries</a:t>
          </a:r>
        </a:p>
      </dgm:t>
    </dgm:pt>
    <dgm:pt modelId="{17895F16-29CA-449B-86EF-FB2CB46E4778}" type="parTrans" cxnId="{83CF08A7-DD10-4E27-8B98-DDA480D3B2B3}">
      <dgm:prSet/>
      <dgm:spPr/>
      <dgm:t>
        <a:bodyPr/>
        <a:lstStyle/>
        <a:p>
          <a:endParaRPr lang="en-US"/>
        </a:p>
      </dgm:t>
    </dgm:pt>
    <dgm:pt modelId="{1981AAD5-BBB8-40DA-85CB-D9FA9D25A903}" type="sibTrans" cxnId="{83CF08A7-DD10-4E27-8B98-DDA480D3B2B3}">
      <dgm:prSet/>
      <dgm:spPr/>
      <dgm:t>
        <a:bodyPr/>
        <a:lstStyle/>
        <a:p>
          <a:endParaRPr lang="en-US"/>
        </a:p>
      </dgm:t>
    </dgm:pt>
    <dgm:pt modelId="{BA158B06-8B97-4AFA-A9BD-6E7AF80BD1E2}">
      <dgm:prSet/>
      <dgm:spPr/>
      <dgm:t>
        <a:bodyPr/>
        <a:lstStyle/>
        <a:p>
          <a:r>
            <a:rPr lang="en-US"/>
            <a:t>Add cleaner visual hierarchy</a:t>
          </a:r>
        </a:p>
      </dgm:t>
    </dgm:pt>
    <dgm:pt modelId="{2AE1BCE6-B14E-4C05-9E6E-BBF10EC6033E}" type="parTrans" cxnId="{99105C3D-4355-471F-8C6E-49C91C5CFBA5}">
      <dgm:prSet/>
      <dgm:spPr/>
      <dgm:t>
        <a:bodyPr/>
        <a:lstStyle/>
        <a:p>
          <a:endParaRPr lang="en-US"/>
        </a:p>
      </dgm:t>
    </dgm:pt>
    <dgm:pt modelId="{3C672E3C-5AD4-480B-8004-152761480888}" type="sibTrans" cxnId="{99105C3D-4355-471F-8C6E-49C91C5CFBA5}">
      <dgm:prSet/>
      <dgm:spPr/>
      <dgm:t>
        <a:bodyPr/>
        <a:lstStyle/>
        <a:p>
          <a:endParaRPr lang="en-US"/>
        </a:p>
      </dgm:t>
    </dgm:pt>
    <dgm:pt modelId="{C4A62198-DE23-4D6F-B139-A639B31CA9CE}">
      <dgm:prSet/>
      <dgm:spPr/>
      <dgm:t>
        <a:bodyPr/>
        <a:lstStyle/>
        <a:p>
          <a:r>
            <a:rPr lang="en-US"/>
            <a:t>Implemented refinements for improved usability.</a:t>
          </a:r>
        </a:p>
      </dgm:t>
    </dgm:pt>
    <dgm:pt modelId="{5511E235-B56E-464D-BCF5-5FA8BB23E804}" type="parTrans" cxnId="{706D5657-2C5B-4513-A18F-D5D0FA320C4F}">
      <dgm:prSet/>
      <dgm:spPr/>
      <dgm:t>
        <a:bodyPr/>
        <a:lstStyle/>
        <a:p>
          <a:endParaRPr lang="en-US"/>
        </a:p>
      </dgm:t>
    </dgm:pt>
    <dgm:pt modelId="{EBA68FBA-13DC-49C0-BA72-638C8CEA8E31}" type="sibTrans" cxnId="{706D5657-2C5B-4513-A18F-D5D0FA320C4F}">
      <dgm:prSet/>
      <dgm:spPr/>
      <dgm:t>
        <a:bodyPr/>
        <a:lstStyle/>
        <a:p>
          <a:endParaRPr lang="en-US"/>
        </a:p>
      </dgm:t>
    </dgm:pt>
    <dgm:pt modelId="{897FE6D1-6205-4700-8B61-F5933A4AF3F5}" type="pres">
      <dgm:prSet presAssocID="{657B5C15-FA5B-4E0E-9835-0049311AAB23}" presName="diagram" presStyleCnt="0">
        <dgm:presLayoutVars>
          <dgm:dir/>
          <dgm:resizeHandles val="exact"/>
        </dgm:presLayoutVars>
      </dgm:prSet>
      <dgm:spPr/>
    </dgm:pt>
    <dgm:pt modelId="{ED636260-3EAB-436F-87F3-79865E1B210D}" type="pres">
      <dgm:prSet presAssocID="{6B0E9F8E-F474-4583-A96A-A03875060416}" presName="arrow" presStyleLbl="node1" presStyleIdx="0" presStyleCnt="6">
        <dgm:presLayoutVars>
          <dgm:bulletEnabled val="1"/>
        </dgm:presLayoutVars>
      </dgm:prSet>
      <dgm:spPr/>
    </dgm:pt>
    <dgm:pt modelId="{794DAA7C-8B3E-4CAC-887B-D3610E76EE5E}" type="pres">
      <dgm:prSet presAssocID="{154DAE72-C44D-4702-94A6-2373A7E4F818}" presName="arrow" presStyleLbl="node1" presStyleIdx="1" presStyleCnt="6">
        <dgm:presLayoutVars>
          <dgm:bulletEnabled val="1"/>
        </dgm:presLayoutVars>
      </dgm:prSet>
      <dgm:spPr/>
    </dgm:pt>
    <dgm:pt modelId="{278D837B-7314-4140-8922-4240B8EB6A72}" type="pres">
      <dgm:prSet presAssocID="{99E970AD-6C17-45E5-807D-119E5C69B3C2}" presName="arrow" presStyleLbl="node1" presStyleIdx="2" presStyleCnt="6">
        <dgm:presLayoutVars>
          <dgm:bulletEnabled val="1"/>
        </dgm:presLayoutVars>
      </dgm:prSet>
      <dgm:spPr/>
    </dgm:pt>
    <dgm:pt modelId="{76E9E7C9-8631-4DBF-A91D-4CF023ACC55A}" type="pres">
      <dgm:prSet presAssocID="{7F964CE1-7E6E-4ACF-8C62-BE3DE31CADB2}" presName="arrow" presStyleLbl="node1" presStyleIdx="3" presStyleCnt="6">
        <dgm:presLayoutVars>
          <dgm:bulletEnabled val="1"/>
        </dgm:presLayoutVars>
      </dgm:prSet>
      <dgm:spPr/>
    </dgm:pt>
    <dgm:pt modelId="{A3F46A9C-E1FD-412D-A860-8708A22CF44D}" type="pres">
      <dgm:prSet presAssocID="{BA158B06-8B97-4AFA-A9BD-6E7AF80BD1E2}" presName="arrow" presStyleLbl="node1" presStyleIdx="4" presStyleCnt="6">
        <dgm:presLayoutVars>
          <dgm:bulletEnabled val="1"/>
        </dgm:presLayoutVars>
      </dgm:prSet>
      <dgm:spPr/>
    </dgm:pt>
    <dgm:pt modelId="{7C0C4201-4D9E-4B71-8313-BFC3C9B9AF13}" type="pres">
      <dgm:prSet presAssocID="{C4A62198-DE23-4D6F-B139-A639B31CA9CE}" presName="arrow" presStyleLbl="node1" presStyleIdx="5" presStyleCnt="6">
        <dgm:presLayoutVars>
          <dgm:bulletEnabled val="1"/>
        </dgm:presLayoutVars>
      </dgm:prSet>
      <dgm:spPr/>
    </dgm:pt>
  </dgm:ptLst>
  <dgm:cxnLst>
    <dgm:cxn modelId="{99105C3D-4355-471F-8C6E-49C91C5CFBA5}" srcId="{657B5C15-FA5B-4E0E-9835-0049311AAB23}" destId="{BA158B06-8B97-4AFA-A9BD-6E7AF80BD1E2}" srcOrd="4" destOrd="0" parTransId="{2AE1BCE6-B14E-4C05-9E6E-BBF10EC6033E}" sibTransId="{3C672E3C-5AD4-480B-8004-152761480888}"/>
    <dgm:cxn modelId="{97C7E342-96CC-46DB-9747-4A4C8DB25F68}" type="presOf" srcId="{154DAE72-C44D-4702-94A6-2373A7E4F818}" destId="{794DAA7C-8B3E-4CAC-887B-D3610E76EE5E}" srcOrd="0" destOrd="0" presId="urn:microsoft.com/office/officeart/2005/8/layout/arrow5"/>
    <dgm:cxn modelId="{0B0C8943-BDB1-4CEA-9674-4D8BC6558FE7}" srcId="{657B5C15-FA5B-4E0E-9835-0049311AAB23}" destId="{6B0E9F8E-F474-4583-A96A-A03875060416}" srcOrd="0" destOrd="0" parTransId="{BBCDB473-A3B1-43C8-B82E-30919B51F123}" sibTransId="{CE1ACEEC-A69C-41C1-B029-2C9E5D083AB2}"/>
    <dgm:cxn modelId="{0D28F873-C44D-42D8-AED7-FDE4A4BDAC2A}" type="presOf" srcId="{6B0E9F8E-F474-4583-A96A-A03875060416}" destId="{ED636260-3EAB-436F-87F3-79865E1B210D}" srcOrd="0" destOrd="0" presId="urn:microsoft.com/office/officeart/2005/8/layout/arrow5"/>
    <dgm:cxn modelId="{706D5657-2C5B-4513-A18F-D5D0FA320C4F}" srcId="{657B5C15-FA5B-4E0E-9835-0049311AAB23}" destId="{C4A62198-DE23-4D6F-B139-A639B31CA9CE}" srcOrd="5" destOrd="0" parTransId="{5511E235-B56E-464D-BCF5-5FA8BB23E804}" sibTransId="{EBA68FBA-13DC-49C0-BA72-638C8CEA8E31}"/>
    <dgm:cxn modelId="{01A41E5A-1638-4059-A32B-B49686D21D14}" type="presOf" srcId="{BA158B06-8B97-4AFA-A9BD-6E7AF80BD1E2}" destId="{A3F46A9C-E1FD-412D-A860-8708A22CF44D}" srcOrd="0" destOrd="0" presId="urn:microsoft.com/office/officeart/2005/8/layout/arrow5"/>
    <dgm:cxn modelId="{8F301E89-DF51-4435-9505-7198EBE29E9B}" type="presOf" srcId="{C4A62198-DE23-4D6F-B139-A639B31CA9CE}" destId="{7C0C4201-4D9E-4B71-8313-BFC3C9B9AF13}" srcOrd="0" destOrd="0" presId="urn:microsoft.com/office/officeart/2005/8/layout/arrow5"/>
    <dgm:cxn modelId="{6CFF7D8D-D983-431F-995C-9FA1E3051211}" srcId="{657B5C15-FA5B-4E0E-9835-0049311AAB23}" destId="{154DAE72-C44D-4702-94A6-2373A7E4F818}" srcOrd="1" destOrd="0" parTransId="{59E9A25E-2F5C-4E0B-B238-896B1490BBB7}" sibTransId="{C1ACC868-FC18-4496-89FE-3587BB1E28FD}"/>
    <dgm:cxn modelId="{83CF08A7-DD10-4E27-8B98-DDA480D3B2B3}" srcId="{657B5C15-FA5B-4E0E-9835-0049311AAB23}" destId="{7F964CE1-7E6E-4ACF-8C62-BE3DE31CADB2}" srcOrd="3" destOrd="0" parTransId="{17895F16-29CA-449B-86EF-FB2CB46E4778}" sibTransId="{1981AAD5-BBB8-40DA-85CB-D9FA9D25A903}"/>
    <dgm:cxn modelId="{5A1EC1AD-2D84-4079-A824-239F270467DA}" srcId="{657B5C15-FA5B-4E0E-9835-0049311AAB23}" destId="{99E970AD-6C17-45E5-807D-119E5C69B3C2}" srcOrd="2" destOrd="0" parTransId="{341426E8-AEF5-4E03-8ED7-98E3B7A1B3EC}" sibTransId="{867445E6-9A39-466A-8DF3-5E193B00D8F6}"/>
    <dgm:cxn modelId="{E1463AC9-35EA-4F58-A34A-2E7F305D4455}" type="presOf" srcId="{99E970AD-6C17-45E5-807D-119E5C69B3C2}" destId="{278D837B-7314-4140-8922-4240B8EB6A72}" srcOrd="0" destOrd="0" presId="urn:microsoft.com/office/officeart/2005/8/layout/arrow5"/>
    <dgm:cxn modelId="{44D768CD-444F-4DBD-814C-002B040C4AD1}" type="presOf" srcId="{7F964CE1-7E6E-4ACF-8C62-BE3DE31CADB2}" destId="{76E9E7C9-8631-4DBF-A91D-4CF023ACC55A}" srcOrd="0" destOrd="0" presId="urn:microsoft.com/office/officeart/2005/8/layout/arrow5"/>
    <dgm:cxn modelId="{016764CF-0DFE-4484-88C2-73961CC67B2F}" type="presOf" srcId="{657B5C15-FA5B-4E0E-9835-0049311AAB23}" destId="{897FE6D1-6205-4700-8B61-F5933A4AF3F5}" srcOrd="0" destOrd="0" presId="urn:microsoft.com/office/officeart/2005/8/layout/arrow5"/>
    <dgm:cxn modelId="{3B9026CA-B0FC-4C77-8865-DE3A0EE5543E}" type="presParOf" srcId="{897FE6D1-6205-4700-8B61-F5933A4AF3F5}" destId="{ED636260-3EAB-436F-87F3-79865E1B210D}" srcOrd="0" destOrd="0" presId="urn:microsoft.com/office/officeart/2005/8/layout/arrow5"/>
    <dgm:cxn modelId="{70EBB69E-796A-46C2-B14D-F29A2516C79C}" type="presParOf" srcId="{897FE6D1-6205-4700-8B61-F5933A4AF3F5}" destId="{794DAA7C-8B3E-4CAC-887B-D3610E76EE5E}" srcOrd="1" destOrd="0" presId="urn:microsoft.com/office/officeart/2005/8/layout/arrow5"/>
    <dgm:cxn modelId="{2C294D62-8C79-4D2C-8AC6-2865B476ABDF}" type="presParOf" srcId="{897FE6D1-6205-4700-8B61-F5933A4AF3F5}" destId="{278D837B-7314-4140-8922-4240B8EB6A72}" srcOrd="2" destOrd="0" presId="urn:microsoft.com/office/officeart/2005/8/layout/arrow5"/>
    <dgm:cxn modelId="{DA3DA8E9-C021-4AC3-8DD6-4C7FE1A3A4C5}" type="presParOf" srcId="{897FE6D1-6205-4700-8B61-F5933A4AF3F5}" destId="{76E9E7C9-8631-4DBF-A91D-4CF023ACC55A}" srcOrd="3" destOrd="0" presId="urn:microsoft.com/office/officeart/2005/8/layout/arrow5"/>
    <dgm:cxn modelId="{78CD41DF-F133-4260-A32B-636122449FA7}" type="presParOf" srcId="{897FE6D1-6205-4700-8B61-F5933A4AF3F5}" destId="{A3F46A9C-E1FD-412D-A860-8708A22CF44D}" srcOrd="4" destOrd="0" presId="urn:microsoft.com/office/officeart/2005/8/layout/arrow5"/>
    <dgm:cxn modelId="{B027F7E6-93D8-498B-8E62-E7EDA31F00D7}" type="presParOf" srcId="{897FE6D1-6205-4700-8B61-F5933A4AF3F5}" destId="{7C0C4201-4D9E-4B71-8313-BFC3C9B9AF13}" srcOrd="5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8536C5-DDE0-4D79-99F0-48F4C89CA5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E3D2A3C-BA83-43C9-8BCF-8EC65F0CD248}">
      <dgm:prSet/>
      <dgm:spPr/>
      <dgm:t>
        <a:bodyPr/>
        <a:lstStyle/>
        <a:p>
          <a:pPr>
            <a:defRPr cap="all"/>
          </a:pPr>
          <a:r>
            <a:rPr lang="en-US"/>
            <a:t>• Colour theme</a:t>
          </a:r>
        </a:p>
      </dgm:t>
    </dgm:pt>
    <dgm:pt modelId="{479BEB85-12D5-4EB4-ACCC-9802FA827C66}" type="parTrans" cxnId="{0A34CFB8-6659-4E32-9384-62F92681B5C9}">
      <dgm:prSet/>
      <dgm:spPr/>
      <dgm:t>
        <a:bodyPr/>
        <a:lstStyle/>
        <a:p>
          <a:endParaRPr lang="en-US"/>
        </a:p>
      </dgm:t>
    </dgm:pt>
    <dgm:pt modelId="{7E386D12-847F-45DE-80D3-838CA2EFDCD1}" type="sibTrans" cxnId="{0A34CFB8-6659-4E32-9384-62F92681B5C9}">
      <dgm:prSet/>
      <dgm:spPr/>
      <dgm:t>
        <a:bodyPr/>
        <a:lstStyle/>
        <a:p>
          <a:endParaRPr lang="en-US"/>
        </a:p>
      </dgm:t>
    </dgm:pt>
    <dgm:pt modelId="{D6BED6A3-FD63-4CD9-967B-7A8C9C35F8F3}">
      <dgm:prSet/>
      <dgm:spPr/>
      <dgm:t>
        <a:bodyPr/>
        <a:lstStyle/>
        <a:p>
          <a:pPr>
            <a:defRPr cap="all"/>
          </a:pPr>
          <a:r>
            <a:rPr lang="en-US"/>
            <a:t>• Slicers for filtering by region</a:t>
          </a:r>
        </a:p>
      </dgm:t>
    </dgm:pt>
    <dgm:pt modelId="{B50CAFF3-0F2C-44DB-AC63-69E2ED4B2FC7}" type="parTrans" cxnId="{15F6ED67-8C71-420E-B21B-30DFF91A9697}">
      <dgm:prSet/>
      <dgm:spPr/>
      <dgm:t>
        <a:bodyPr/>
        <a:lstStyle/>
        <a:p>
          <a:endParaRPr lang="en-US"/>
        </a:p>
      </dgm:t>
    </dgm:pt>
    <dgm:pt modelId="{CB547449-8498-4CDC-8F1F-74CA16D1E38D}" type="sibTrans" cxnId="{15F6ED67-8C71-420E-B21B-30DFF91A9697}">
      <dgm:prSet/>
      <dgm:spPr/>
      <dgm:t>
        <a:bodyPr/>
        <a:lstStyle/>
        <a:p>
          <a:endParaRPr lang="en-US"/>
        </a:p>
      </dgm:t>
    </dgm:pt>
    <dgm:pt modelId="{5DD3E3E6-ED9B-4A3E-A501-2F1655DD4186}">
      <dgm:prSet/>
      <dgm:spPr/>
      <dgm:t>
        <a:bodyPr/>
        <a:lstStyle/>
        <a:p>
          <a:pPr>
            <a:defRPr cap="all"/>
          </a:pPr>
          <a:r>
            <a:rPr lang="en-US"/>
            <a:t>• KPI cards</a:t>
          </a:r>
        </a:p>
      </dgm:t>
    </dgm:pt>
    <dgm:pt modelId="{29420828-A5CF-4CFF-96B3-9D8749759A25}" type="parTrans" cxnId="{45205954-19E5-4979-A3F3-C0CE2A83E646}">
      <dgm:prSet/>
      <dgm:spPr/>
      <dgm:t>
        <a:bodyPr/>
        <a:lstStyle/>
        <a:p>
          <a:endParaRPr lang="en-US"/>
        </a:p>
      </dgm:t>
    </dgm:pt>
    <dgm:pt modelId="{36852BF1-73C0-4A84-927E-EF797B329FA5}" type="sibTrans" cxnId="{45205954-19E5-4979-A3F3-C0CE2A83E646}">
      <dgm:prSet/>
      <dgm:spPr/>
      <dgm:t>
        <a:bodyPr/>
        <a:lstStyle/>
        <a:p>
          <a:endParaRPr lang="en-US"/>
        </a:p>
      </dgm:t>
    </dgm:pt>
    <dgm:pt modelId="{F7EE1189-4E14-419A-86F4-C9B8CD052732}">
      <dgm:prSet/>
      <dgm:spPr/>
      <dgm:t>
        <a:bodyPr/>
        <a:lstStyle/>
        <a:p>
          <a:pPr>
            <a:defRPr cap="all"/>
          </a:pPr>
          <a:r>
            <a:rPr lang="en-US"/>
            <a:t>• Improved layout</a:t>
          </a:r>
        </a:p>
      </dgm:t>
    </dgm:pt>
    <dgm:pt modelId="{75545D28-6A73-4BA4-A218-710A9676A992}" type="parTrans" cxnId="{DBD14924-C5D0-4CEF-ABF0-CC77E70FAB68}">
      <dgm:prSet/>
      <dgm:spPr/>
      <dgm:t>
        <a:bodyPr/>
        <a:lstStyle/>
        <a:p>
          <a:endParaRPr lang="en-US"/>
        </a:p>
      </dgm:t>
    </dgm:pt>
    <dgm:pt modelId="{B27C088F-A547-4AB3-8F50-2C76BB1543B1}" type="sibTrans" cxnId="{DBD14924-C5D0-4CEF-ABF0-CC77E70FAB68}">
      <dgm:prSet/>
      <dgm:spPr/>
      <dgm:t>
        <a:bodyPr/>
        <a:lstStyle/>
        <a:p>
          <a:endParaRPr lang="en-US"/>
        </a:p>
      </dgm:t>
    </dgm:pt>
    <dgm:pt modelId="{0CA3FE7F-D570-4C2C-8267-3B804FE9BCBC}">
      <dgm:prSet/>
      <dgm:spPr/>
      <dgm:t>
        <a:bodyPr/>
        <a:lstStyle/>
        <a:p>
          <a:pPr>
            <a:defRPr cap="all"/>
          </a:pPr>
          <a:r>
            <a:rPr lang="en-US"/>
            <a:t>• Map + ranked table</a:t>
          </a:r>
        </a:p>
      </dgm:t>
    </dgm:pt>
    <dgm:pt modelId="{250AADD6-273D-4A28-9698-CBEE63204744}" type="parTrans" cxnId="{716CC23D-CE47-4696-962A-E0038FE015C9}">
      <dgm:prSet/>
      <dgm:spPr/>
      <dgm:t>
        <a:bodyPr/>
        <a:lstStyle/>
        <a:p>
          <a:endParaRPr lang="en-US"/>
        </a:p>
      </dgm:t>
    </dgm:pt>
    <dgm:pt modelId="{3D7CC968-8211-4DEE-95DA-80021160B3AB}" type="sibTrans" cxnId="{716CC23D-CE47-4696-962A-E0038FE015C9}">
      <dgm:prSet/>
      <dgm:spPr/>
      <dgm:t>
        <a:bodyPr/>
        <a:lstStyle/>
        <a:p>
          <a:endParaRPr lang="en-US"/>
        </a:p>
      </dgm:t>
    </dgm:pt>
    <dgm:pt modelId="{D630BE9D-E369-4F27-8F01-C1750B873E90}" type="pres">
      <dgm:prSet presAssocID="{E88536C5-DDE0-4D79-99F0-48F4C89CA510}" presName="root" presStyleCnt="0">
        <dgm:presLayoutVars>
          <dgm:dir/>
          <dgm:resizeHandles val="exact"/>
        </dgm:presLayoutVars>
      </dgm:prSet>
      <dgm:spPr/>
    </dgm:pt>
    <dgm:pt modelId="{B60FC5C3-9209-407A-B1EF-EDA1CF6F828E}" type="pres">
      <dgm:prSet presAssocID="{5E3D2A3C-BA83-43C9-8BCF-8EC65F0CD248}" presName="compNode" presStyleCnt="0"/>
      <dgm:spPr/>
    </dgm:pt>
    <dgm:pt modelId="{34AD4F37-CB4C-4CA7-9886-29F5B45E5135}" type="pres">
      <dgm:prSet presAssocID="{5E3D2A3C-BA83-43C9-8BCF-8EC65F0CD248}" presName="iconBgRect" presStyleLbl="bgShp" presStyleIdx="0" presStyleCnt="5"/>
      <dgm:spPr/>
    </dgm:pt>
    <dgm:pt modelId="{287B4F71-B98C-40F8-ADF1-05A0B8746BBC}" type="pres">
      <dgm:prSet presAssocID="{5E3D2A3C-BA83-43C9-8BCF-8EC65F0CD24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69A406D3-313F-4081-919F-735DB0C9017F}" type="pres">
      <dgm:prSet presAssocID="{5E3D2A3C-BA83-43C9-8BCF-8EC65F0CD248}" presName="spaceRect" presStyleCnt="0"/>
      <dgm:spPr/>
    </dgm:pt>
    <dgm:pt modelId="{2297FBFA-BC3A-42DC-924B-C169F1BDC05B}" type="pres">
      <dgm:prSet presAssocID="{5E3D2A3C-BA83-43C9-8BCF-8EC65F0CD248}" presName="textRect" presStyleLbl="revTx" presStyleIdx="0" presStyleCnt="5">
        <dgm:presLayoutVars>
          <dgm:chMax val="1"/>
          <dgm:chPref val="1"/>
        </dgm:presLayoutVars>
      </dgm:prSet>
      <dgm:spPr/>
    </dgm:pt>
    <dgm:pt modelId="{4FD0D916-6D82-46BB-B2FA-CE01F6C6479F}" type="pres">
      <dgm:prSet presAssocID="{7E386D12-847F-45DE-80D3-838CA2EFDCD1}" presName="sibTrans" presStyleCnt="0"/>
      <dgm:spPr/>
    </dgm:pt>
    <dgm:pt modelId="{6AAC59B9-C714-4FE5-9EE3-1CBB8F2EB16E}" type="pres">
      <dgm:prSet presAssocID="{D6BED6A3-FD63-4CD9-967B-7A8C9C35F8F3}" presName="compNode" presStyleCnt="0"/>
      <dgm:spPr/>
    </dgm:pt>
    <dgm:pt modelId="{EFB9383B-E08B-4210-A584-1DC6B612CD51}" type="pres">
      <dgm:prSet presAssocID="{D6BED6A3-FD63-4CD9-967B-7A8C9C35F8F3}" presName="iconBgRect" presStyleLbl="bgShp" presStyleIdx="1" presStyleCnt="5"/>
      <dgm:spPr/>
    </dgm:pt>
    <dgm:pt modelId="{865CAE0A-10EB-43C3-B881-98AB9682CB55}" type="pres">
      <dgm:prSet presAssocID="{D6BED6A3-FD63-4CD9-967B-7A8C9C35F8F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BCFFEAB-50A5-45AE-9985-CFBFF0976952}" type="pres">
      <dgm:prSet presAssocID="{D6BED6A3-FD63-4CD9-967B-7A8C9C35F8F3}" presName="spaceRect" presStyleCnt="0"/>
      <dgm:spPr/>
    </dgm:pt>
    <dgm:pt modelId="{0EE76FC7-5B35-4207-BE31-AE34A4DED4FC}" type="pres">
      <dgm:prSet presAssocID="{D6BED6A3-FD63-4CD9-967B-7A8C9C35F8F3}" presName="textRect" presStyleLbl="revTx" presStyleIdx="1" presStyleCnt="5">
        <dgm:presLayoutVars>
          <dgm:chMax val="1"/>
          <dgm:chPref val="1"/>
        </dgm:presLayoutVars>
      </dgm:prSet>
      <dgm:spPr/>
    </dgm:pt>
    <dgm:pt modelId="{DA30E846-8AA1-435A-85F9-656EA4E00C7B}" type="pres">
      <dgm:prSet presAssocID="{CB547449-8498-4CDC-8F1F-74CA16D1E38D}" presName="sibTrans" presStyleCnt="0"/>
      <dgm:spPr/>
    </dgm:pt>
    <dgm:pt modelId="{B63875E7-FC5E-4062-8927-4A4C07166A50}" type="pres">
      <dgm:prSet presAssocID="{5DD3E3E6-ED9B-4A3E-A501-2F1655DD4186}" presName="compNode" presStyleCnt="0"/>
      <dgm:spPr/>
    </dgm:pt>
    <dgm:pt modelId="{B06B650B-8E61-46C8-AFDD-2031629B346B}" type="pres">
      <dgm:prSet presAssocID="{5DD3E3E6-ED9B-4A3E-A501-2F1655DD4186}" presName="iconBgRect" presStyleLbl="bgShp" presStyleIdx="2" presStyleCnt="5"/>
      <dgm:spPr/>
    </dgm:pt>
    <dgm:pt modelId="{DBEAFA66-5ED8-41D4-8B95-E0024C37C75A}" type="pres">
      <dgm:prSet presAssocID="{5DD3E3E6-ED9B-4A3E-A501-2F1655DD41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EC1200C-B9B7-430A-B206-D359FF199910}" type="pres">
      <dgm:prSet presAssocID="{5DD3E3E6-ED9B-4A3E-A501-2F1655DD4186}" presName="spaceRect" presStyleCnt="0"/>
      <dgm:spPr/>
    </dgm:pt>
    <dgm:pt modelId="{0301EBA3-98BF-45C6-A65F-8F8A41F09F72}" type="pres">
      <dgm:prSet presAssocID="{5DD3E3E6-ED9B-4A3E-A501-2F1655DD4186}" presName="textRect" presStyleLbl="revTx" presStyleIdx="2" presStyleCnt="5">
        <dgm:presLayoutVars>
          <dgm:chMax val="1"/>
          <dgm:chPref val="1"/>
        </dgm:presLayoutVars>
      </dgm:prSet>
      <dgm:spPr/>
    </dgm:pt>
    <dgm:pt modelId="{1989B347-C3EF-4341-ADE3-E8990D378802}" type="pres">
      <dgm:prSet presAssocID="{36852BF1-73C0-4A84-927E-EF797B329FA5}" presName="sibTrans" presStyleCnt="0"/>
      <dgm:spPr/>
    </dgm:pt>
    <dgm:pt modelId="{A5AB870C-E810-4B11-86BF-0E210690AA10}" type="pres">
      <dgm:prSet presAssocID="{F7EE1189-4E14-419A-86F4-C9B8CD052732}" presName="compNode" presStyleCnt="0"/>
      <dgm:spPr/>
    </dgm:pt>
    <dgm:pt modelId="{D43EB2D7-E830-4AA7-860E-1C118E25B6E9}" type="pres">
      <dgm:prSet presAssocID="{F7EE1189-4E14-419A-86F4-C9B8CD052732}" presName="iconBgRect" presStyleLbl="bgShp" presStyleIdx="3" presStyleCnt="5"/>
      <dgm:spPr/>
    </dgm:pt>
    <dgm:pt modelId="{E42E55BF-13BF-432C-8416-88245AEED6F3}" type="pres">
      <dgm:prSet presAssocID="{F7EE1189-4E14-419A-86F4-C9B8CD05273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C8E7461-F916-4960-A549-E66C71DBE3D5}" type="pres">
      <dgm:prSet presAssocID="{F7EE1189-4E14-419A-86F4-C9B8CD052732}" presName="spaceRect" presStyleCnt="0"/>
      <dgm:spPr/>
    </dgm:pt>
    <dgm:pt modelId="{5BF02BF7-2AF5-42AA-BE32-4CECE1DFA8E0}" type="pres">
      <dgm:prSet presAssocID="{F7EE1189-4E14-419A-86F4-C9B8CD052732}" presName="textRect" presStyleLbl="revTx" presStyleIdx="3" presStyleCnt="5">
        <dgm:presLayoutVars>
          <dgm:chMax val="1"/>
          <dgm:chPref val="1"/>
        </dgm:presLayoutVars>
      </dgm:prSet>
      <dgm:spPr/>
    </dgm:pt>
    <dgm:pt modelId="{8923991F-3C50-486D-9879-98CD777FDEE4}" type="pres">
      <dgm:prSet presAssocID="{B27C088F-A547-4AB3-8F50-2C76BB1543B1}" presName="sibTrans" presStyleCnt="0"/>
      <dgm:spPr/>
    </dgm:pt>
    <dgm:pt modelId="{12A254CB-2DCD-4B91-B169-229E9FC91273}" type="pres">
      <dgm:prSet presAssocID="{0CA3FE7F-D570-4C2C-8267-3B804FE9BCBC}" presName="compNode" presStyleCnt="0"/>
      <dgm:spPr/>
    </dgm:pt>
    <dgm:pt modelId="{A9962F03-5098-4925-9089-D441A0063A51}" type="pres">
      <dgm:prSet presAssocID="{0CA3FE7F-D570-4C2C-8267-3B804FE9BCBC}" presName="iconBgRect" presStyleLbl="bgShp" presStyleIdx="4" presStyleCnt="5"/>
      <dgm:spPr/>
    </dgm:pt>
    <dgm:pt modelId="{29D673C4-E4B9-466B-86F2-0A3C523F8DE2}" type="pres">
      <dgm:prSet presAssocID="{0CA3FE7F-D570-4C2C-8267-3B804FE9BCB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C14B920-538B-4C6D-BE13-1341A434EFAF}" type="pres">
      <dgm:prSet presAssocID="{0CA3FE7F-D570-4C2C-8267-3B804FE9BCBC}" presName="spaceRect" presStyleCnt="0"/>
      <dgm:spPr/>
    </dgm:pt>
    <dgm:pt modelId="{295F454A-89A1-4B5E-8820-9313FF81E04C}" type="pres">
      <dgm:prSet presAssocID="{0CA3FE7F-D570-4C2C-8267-3B804FE9BCB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BD14924-C5D0-4CEF-ABF0-CC77E70FAB68}" srcId="{E88536C5-DDE0-4D79-99F0-48F4C89CA510}" destId="{F7EE1189-4E14-419A-86F4-C9B8CD052732}" srcOrd="3" destOrd="0" parTransId="{75545D28-6A73-4BA4-A218-710A9676A992}" sibTransId="{B27C088F-A547-4AB3-8F50-2C76BB1543B1}"/>
    <dgm:cxn modelId="{716CC23D-CE47-4696-962A-E0038FE015C9}" srcId="{E88536C5-DDE0-4D79-99F0-48F4C89CA510}" destId="{0CA3FE7F-D570-4C2C-8267-3B804FE9BCBC}" srcOrd="4" destOrd="0" parTransId="{250AADD6-273D-4A28-9698-CBEE63204744}" sibTransId="{3D7CC968-8211-4DEE-95DA-80021160B3AB}"/>
    <dgm:cxn modelId="{3BAE1263-B445-4253-B068-7A75B743A0EB}" type="presOf" srcId="{5E3D2A3C-BA83-43C9-8BCF-8EC65F0CD248}" destId="{2297FBFA-BC3A-42DC-924B-C169F1BDC05B}" srcOrd="0" destOrd="0" presId="urn:microsoft.com/office/officeart/2018/5/layout/IconCircleLabelList"/>
    <dgm:cxn modelId="{8E009C44-F5BC-4D0A-8967-CB1704568900}" type="presOf" srcId="{5DD3E3E6-ED9B-4A3E-A501-2F1655DD4186}" destId="{0301EBA3-98BF-45C6-A65F-8F8A41F09F72}" srcOrd="0" destOrd="0" presId="urn:microsoft.com/office/officeart/2018/5/layout/IconCircleLabelList"/>
    <dgm:cxn modelId="{071BC646-8696-4B05-8C96-CA3949A884EA}" type="presOf" srcId="{E88536C5-DDE0-4D79-99F0-48F4C89CA510}" destId="{D630BE9D-E369-4F27-8F01-C1750B873E90}" srcOrd="0" destOrd="0" presId="urn:microsoft.com/office/officeart/2018/5/layout/IconCircleLabelList"/>
    <dgm:cxn modelId="{15F6ED67-8C71-420E-B21B-30DFF91A9697}" srcId="{E88536C5-DDE0-4D79-99F0-48F4C89CA510}" destId="{D6BED6A3-FD63-4CD9-967B-7A8C9C35F8F3}" srcOrd="1" destOrd="0" parTransId="{B50CAFF3-0F2C-44DB-AC63-69E2ED4B2FC7}" sibTransId="{CB547449-8498-4CDC-8F1F-74CA16D1E38D}"/>
    <dgm:cxn modelId="{45205954-19E5-4979-A3F3-C0CE2A83E646}" srcId="{E88536C5-DDE0-4D79-99F0-48F4C89CA510}" destId="{5DD3E3E6-ED9B-4A3E-A501-2F1655DD4186}" srcOrd="2" destOrd="0" parTransId="{29420828-A5CF-4CFF-96B3-9D8749759A25}" sibTransId="{36852BF1-73C0-4A84-927E-EF797B329FA5}"/>
    <dgm:cxn modelId="{62671BAD-0BE5-4AEB-B722-55AC2825C091}" type="presOf" srcId="{0CA3FE7F-D570-4C2C-8267-3B804FE9BCBC}" destId="{295F454A-89A1-4B5E-8820-9313FF81E04C}" srcOrd="0" destOrd="0" presId="urn:microsoft.com/office/officeart/2018/5/layout/IconCircleLabelList"/>
    <dgm:cxn modelId="{0A34CFB8-6659-4E32-9384-62F92681B5C9}" srcId="{E88536C5-DDE0-4D79-99F0-48F4C89CA510}" destId="{5E3D2A3C-BA83-43C9-8BCF-8EC65F0CD248}" srcOrd="0" destOrd="0" parTransId="{479BEB85-12D5-4EB4-ACCC-9802FA827C66}" sibTransId="{7E386D12-847F-45DE-80D3-838CA2EFDCD1}"/>
    <dgm:cxn modelId="{C39AABD4-08A9-4463-9205-6ACABD644BA6}" type="presOf" srcId="{F7EE1189-4E14-419A-86F4-C9B8CD052732}" destId="{5BF02BF7-2AF5-42AA-BE32-4CECE1DFA8E0}" srcOrd="0" destOrd="0" presId="urn:microsoft.com/office/officeart/2018/5/layout/IconCircleLabelList"/>
    <dgm:cxn modelId="{E3F7E7EE-B516-41F7-8595-7FCB6DBAB817}" type="presOf" srcId="{D6BED6A3-FD63-4CD9-967B-7A8C9C35F8F3}" destId="{0EE76FC7-5B35-4207-BE31-AE34A4DED4FC}" srcOrd="0" destOrd="0" presId="urn:microsoft.com/office/officeart/2018/5/layout/IconCircleLabelList"/>
    <dgm:cxn modelId="{D195FA2E-8C5F-4DC8-995F-04BE5348BDBD}" type="presParOf" srcId="{D630BE9D-E369-4F27-8F01-C1750B873E90}" destId="{B60FC5C3-9209-407A-B1EF-EDA1CF6F828E}" srcOrd="0" destOrd="0" presId="urn:microsoft.com/office/officeart/2018/5/layout/IconCircleLabelList"/>
    <dgm:cxn modelId="{8F2D7703-D342-4A52-A705-6371C41280AF}" type="presParOf" srcId="{B60FC5C3-9209-407A-B1EF-EDA1CF6F828E}" destId="{34AD4F37-CB4C-4CA7-9886-29F5B45E5135}" srcOrd="0" destOrd="0" presId="urn:microsoft.com/office/officeart/2018/5/layout/IconCircleLabelList"/>
    <dgm:cxn modelId="{9BFF21CE-DCB9-46DB-B8C6-384A76814B68}" type="presParOf" srcId="{B60FC5C3-9209-407A-B1EF-EDA1CF6F828E}" destId="{287B4F71-B98C-40F8-ADF1-05A0B8746BBC}" srcOrd="1" destOrd="0" presId="urn:microsoft.com/office/officeart/2018/5/layout/IconCircleLabelList"/>
    <dgm:cxn modelId="{4D0E5CFF-5A0D-4C54-8C5E-9D30580C39CC}" type="presParOf" srcId="{B60FC5C3-9209-407A-B1EF-EDA1CF6F828E}" destId="{69A406D3-313F-4081-919F-735DB0C9017F}" srcOrd="2" destOrd="0" presId="urn:microsoft.com/office/officeart/2018/5/layout/IconCircleLabelList"/>
    <dgm:cxn modelId="{5844BBA3-912E-45DC-809D-01CFDDD46FB1}" type="presParOf" srcId="{B60FC5C3-9209-407A-B1EF-EDA1CF6F828E}" destId="{2297FBFA-BC3A-42DC-924B-C169F1BDC05B}" srcOrd="3" destOrd="0" presId="urn:microsoft.com/office/officeart/2018/5/layout/IconCircleLabelList"/>
    <dgm:cxn modelId="{0EB55E27-360D-45A2-AF53-0F17CDD7F4B2}" type="presParOf" srcId="{D630BE9D-E369-4F27-8F01-C1750B873E90}" destId="{4FD0D916-6D82-46BB-B2FA-CE01F6C6479F}" srcOrd="1" destOrd="0" presId="urn:microsoft.com/office/officeart/2018/5/layout/IconCircleLabelList"/>
    <dgm:cxn modelId="{413B0355-93E2-4D98-8956-8E8FCF5D49D6}" type="presParOf" srcId="{D630BE9D-E369-4F27-8F01-C1750B873E90}" destId="{6AAC59B9-C714-4FE5-9EE3-1CBB8F2EB16E}" srcOrd="2" destOrd="0" presId="urn:microsoft.com/office/officeart/2018/5/layout/IconCircleLabelList"/>
    <dgm:cxn modelId="{B50E7AD9-6C4A-4417-B473-F6063ED05510}" type="presParOf" srcId="{6AAC59B9-C714-4FE5-9EE3-1CBB8F2EB16E}" destId="{EFB9383B-E08B-4210-A584-1DC6B612CD51}" srcOrd="0" destOrd="0" presId="urn:microsoft.com/office/officeart/2018/5/layout/IconCircleLabelList"/>
    <dgm:cxn modelId="{C78EFCEF-E96E-4D12-BF3C-5217F1C82949}" type="presParOf" srcId="{6AAC59B9-C714-4FE5-9EE3-1CBB8F2EB16E}" destId="{865CAE0A-10EB-43C3-B881-98AB9682CB55}" srcOrd="1" destOrd="0" presId="urn:microsoft.com/office/officeart/2018/5/layout/IconCircleLabelList"/>
    <dgm:cxn modelId="{2039D65F-07E6-4B60-9082-1C82C327178C}" type="presParOf" srcId="{6AAC59B9-C714-4FE5-9EE3-1CBB8F2EB16E}" destId="{EBCFFEAB-50A5-45AE-9985-CFBFF0976952}" srcOrd="2" destOrd="0" presId="urn:microsoft.com/office/officeart/2018/5/layout/IconCircleLabelList"/>
    <dgm:cxn modelId="{3B12CD67-B718-43D8-BA7D-8EF546907D30}" type="presParOf" srcId="{6AAC59B9-C714-4FE5-9EE3-1CBB8F2EB16E}" destId="{0EE76FC7-5B35-4207-BE31-AE34A4DED4FC}" srcOrd="3" destOrd="0" presId="urn:microsoft.com/office/officeart/2018/5/layout/IconCircleLabelList"/>
    <dgm:cxn modelId="{3F56A46B-79AA-4D72-ACC0-BF2D38EF28B8}" type="presParOf" srcId="{D630BE9D-E369-4F27-8F01-C1750B873E90}" destId="{DA30E846-8AA1-435A-85F9-656EA4E00C7B}" srcOrd="3" destOrd="0" presId="urn:microsoft.com/office/officeart/2018/5/layout/IconCircleLabelList"/>
    <dgm:cxn modelId="{A4A411F3-9B31-4EB0-BFF0-F2CB6D5CFD91}" type="presParOf" srcId="{D630BE9D-E369-4F27-8F01-C1750B873E90}" destId="{B63875E7-FC5E-4062-8927-4A4C07166A50}" srcOrd="4" destOrd="0" presId="urn:microsoft.com/office/officeart/2018/5/layout/IconCircleLabelList"/>
    <dgm:cxn modelId="{5DB21FEC-7F8E-4CEE-8A45-096A3F63C624}" type="presParOf" srcId="{B63875E7-FC5E-4062-8927-4A4C07166A50}" destId="{B06B650B-8E61-46C8-AFDD-2031629B346B}" srcOrd="0" destOrd="0" presId="urn:microsoft.com/office/officeart/2018/5/layout/IconCircleLabelList"/>
    <dgm:cxn modelId="{78CF84B0-429A-4382-A7A2-26F0535D1DA6}" type="presParOf" srcId="{B63875E7-FC5E-4062-8927-4A4C07166A50}" destId="{DBEAFA66-5ED8-41D4-8B95-E0024C37C75A}" srcOrd="1" destOrd="0" presId="urn:microsoft.com/office/officeart/2018/5/layout/IconCircleLabelList"/>
    <dgm:cxn modelId="{8451E6A0-7D5C-4A56-81C4-269FEFCA1481}" type="presParOf" srcId="{B63875E7-FC5E-4062-8927-4A4C07166A50}" destId="{5EC1200C-B9B7-430A-B206-D359FF199910}" srcOrd="2" destOrd="0" presId="urn:microsoft.com/office/officeart/2018/5/layout/IconCircleLabelList"/>
    <dgm:cxn modelId="{122A98F8-9ABF-4555-B649-F9C555615A2D}" type="presParOf" srcId="{B63875E7-FC5E-4062-8927-4A4C07166A50}" destId="{0301EBA3-98BF-45C6-A65F-8F8A41F09F72}" srcOrd="3" destOrd="0" presId="urn:microsoft.com/office/officeart/2018/5/layout/IconCircleLabelList"/>
    <dgm:cxn modelId="{297E218C-62BD-4A56-959C-19F0EB82CB99}" type="presParOf" srcId="{D630BE9D-E369-4F27-8F01-C1750B873E90}" destId="{1989B347-C3EF-4341-ADE3-E8990D378802}" srcOrd="5" destOrd="0" presId="urn:microsoft.com/office/officeart/2018/5/layout/IconCircleLabelList"/>
    <dgm:cxn modelId="{520BA1EE-854D-4F0E-9F50-494EF690D8E6}" type="presParOf" srcId="{D630BE9D-E369-4F27-8F01-C1750B873E90}" destId="{A5AB870C-E810-4B11-86BF-0E210690AA10}" srcOrd="6" destOrd="0" presId="urn:microsoft.com/office/officeart/2018/5/layout/IconCircleLabelList"/>
    <dgm:cxn modelId="{AB93DEC0-5B9C-476E-BF66-819BF597931D}" type="presParOf" srcId="{A5AB870C-E810-4B11-86BF-0E210690AA10}" destId="{D43EB2D7-E830-4AA7-860E-1C118E25B6E9}" srcOrd="0" destOrd="0" presId="urn:microsoft.com/office/officeart/2018/5/layout/IconCircleLabelList"/>
    <dgm:cxn modelId="{92722604-6F61-42EE-A66D-4E122524A51C}" type="presParOf" srcId="{A5AB870C-E810-4B11-86BF-0E210690AA10}" destId="{E42E55BF-13BF-432C-8416-88245AEED6F3}" srcOrd="1" destOrd="0" presId="urn:microsoft.com/office/officeart/2018/5/layout/IconCircleLabelList"/>
    <dgm:cxn modelId="{2E08F969-963D-4090-8C6F-D4331FC897C9}" type="presParOf" srcId="{A5AB870C-E810-4B11-86BF-0E210690AA10}" destId="{BC8E7461-F916-4960-A549-E66C71DBE3D5}" srcOrd="2" destOrd="0" presId="urn:microsoft.com/office/officeart/2018/5/layout/IconCircleLabelList"/>
    <dgm:cxn modelId="{7D63CC4E-DEFE-4EBD-8ED9-CC8160C83168}" type="presParOf" srcId="{A5AB870C-E810-4B11-86BF-0E210690AA10}" destId="{5BF02BF7-2AF5-42AA-BE32-4CECE1DFA8E0}" srcOrd="3" destOrd="0" presId="urn:microsoft.com/office/officeart/2018/5/layout/IconCircleLabelList"/>
    <dgm:cxn modelId="{07AEA10F-AF8D-4A3C-B0B8-6C342DB80137}" type="presParOf" srcId="{D630BE9D-E369-4F27-8F01-C1750B873E90}" destId="{8923991F-3C50-486D-9879-98CD777FDEE4}" srcOrd="7" destOrd="0" presId="urn:microsoft.com/office/officeart/2018/5/layout/IconCircleLabelList"/>
    <dgm:cxn modelId="{F200032B-DC7E-4675-A54B-3F56EEE6A08E}" type="presParOf" srcId="{D630BE9D-E369-4F27-8F01-C1750B873E90}" destId="{12A254CB-2DCD-4B91-B169-229E9FC91273}" srcOrd="8" destOrd="0" presId="urn:microsoft.com/office/officeart/2018/5/layout/IconCircleLabelList"/>
    <dgm:cxn modelId="{9E675DD5-3839-48ED-ADF2-82265F706823}" type="presParOf" srcId="{12A254CB-2DCD-4B91-B169-229E9FC91273}" destId="{A9962F03-5098-4925-9089-D441A0063A51}" srcOrd="0" destOrd="0" presId="urn:microsoft.com/office/officeart/2018/5/layout/IconCircleLabelList"/>
    <dgm:cxn modelId="{60837403-B121-4B03-B204-94EC33241AD2}" type="presParOf" srcId="{12A254CB-2DCD-4B91-B169-229E9FC91273}" destId="{29D673C4-E4B9-466B-86F2-0A3C523F8DE2}" srcOrd="1" destOrd="0" presId="urn:microsoft.com/office/officeart/2018/5/layout/IconCircleLabelList"/>
    <dgm:cxn modelId="{745D3B41-6E2D-41A6-AACC-867F22409B41}" type="presParOf" srcId="{12A254CB-2DCD-4B91-B169-229E9FC91273}" destId="{1C14B920-538B-4C6D-BE13-1341A434EFAF}" srcOrd="2" destOrd="0" presId="urn:microsoft.com/office/officeart/2018/5/layout/IconCircleLabelList"/>
    <dgm:cxn modelId="{B18EBECD-60AC-498D-9007-DC574A99739C}" type="presParOf" srcId="{12A254CB-2DCD-4B91-B169-229E9FC91273}" destId="{295F454A-89A1-4B5E-8820-9313FF81E0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23F54F-C653-47CB-B4A1-1B00A2FC504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F681F45-60A2-42B5-9E7F-26E050651D6E}">
      <dgm:prSet/>
      <dgm:spPr/>
      <dgm:t>
        <a:bodyPr/>
        <a:lstStyle/>
        <a:p>
          <a:pPr>
            <a:defRPr cap="all"/>
          </a:pPr>
          <a:r>
            <a:rPr lang="en-US"/>
            <a:t>• Strengths: clarity, interactivity, accurate measures</a:t>
          </a:r>
        </a:p>
      </dgm:t>
    </dgm:pt>
    <dgm:pt modelId="{8E7B0046-094B-4E28-8669-8692D9889220}" type="parTrans" cxnId="{43AE3E60-7F67-4D0D-9BEE-58ACAF6BF8A7}">
      <dgm:prSet/>
      <dgm:spPr/>
      <dgm:t>
        <a:bodyPr/>
        <a:lstStyle/>
        <a:p>
          <a:endParaRPr lang="en-US"/>
        </a:p>
      </dgm:t>
    </dgm:pt>
    <dgm:pt modelId="{C259D749-93CC-4AB6-9601-6A7AAAFC4449}" type="sibTrans" cxnId="{43AE3E60-7F67-4D0D-9BEE-58ACAF6BF8A7}">
      <dgm:prSet/>
      <dgm:spPr/>
      <dgm:t>
        <a:bodyPr/>
        <a:lstStyle/>
        <a:p>
          <a:endParaRPr lang="en-US"/>
        </a:p>
      </dgm:t>
    </dgm:pt>
    <dgm:pt modelId="{9BDCD1C7-38FE-48FC-ABFF-F7CE72A69046}">
      <dgm:prSet/>
      <dgm:spPr/>
      <dgm:t>
        <a:bodyPr/>
        <a:lstStyle/>
        <a:p>
          <a:pPr>
            <a:defRPr cap="all"/>
          </a:pPr>
          <a:r>
            <a:rPr lang="en-US"/>
            <a:t>• Limitations: depends on emission data only</a:t>
          </a:r>
        </a:p>
      </dgm:t>
    </dgm:pt>
    <dgm:pt modelId="{6BC9C27F-17AC-4963-9000-43F389B13791}" type="parTrans" cxnId="{88CB8041-90DD-417E-99E7-C88D2B0D8951}">
      <dgm:prSet/>
      <dgm:spPr/>
      <dgm:t>
        <a:bodyPr/>
        <a:lstStyle/>
        <a:p>
          <a:endParaRPr lang="en-US"/>
        </a:p>
      </dgm:t>
    </dgm:pt>
    <dgm:pt modelId="{226BD72E-372B-4099-9918-1F19645442E3}" type="sibTrans" cxnId="{88CB8041-90DD-417E-99E7-C88D2B0D8951}">
      <dgm:prSet/>
      <dgm:spPr/>
      <dgm:t>
        <a:bodyPr/>
        <a:lstStyle/>
        <a:p>
          <a:endParaRPr lang="en-US"/>
        </a:p>
      </dgm:t>
    </dgm:pt>
    <dgm:pt modelId="{87CFB206-DD1F-4235-AC71-8618D38D20F7}">
      <dgm:prSet/>
      <dgm:spPr/>
      <dgm:t>
        <a:bodyPr/>
        <a:lstStyle/>
        <a:p>
          <a:pPr>
            <a:defRPr cap="all"/>
          </a:pPr>
          <a:r>
            <a:rPr lang="en-US"/>
            <a:t>• Customisations: slicers, KPIs, DAX measures</a:t>
          </a:r>
        </a:p>
      </dgm:t>
    </dgm:pt>
    <dgm:pt modelId="{0E341C3E-9F47-474D-A1CF-07604F7BBAC1}" type="parTrans" cxnId="{D2010287-2AE8-4A73-A837-40CA4833F292}">
      <dgm:prSet/>
      <dgm:spPr/>
      <dgm:t>
        <a:bodyPr/>
        <a:lstStyle/>
        <a:p>
          <a:endParaRPr lang="en-US"/>
        </a:p>
      </dgm:t>
    </dgm:pt>
    <dgm:pt modelId="{07552EE5-28D3-4193-88B1-34FC185D0C4E}" type="sibTrans" cxnId="{D2010287-2AE8-4A73-A837-40CA4833F292}">
      <dgm:prSet/>
      <dgm:spPr/>
      <dgm:t>
        <a:bodyPr/>
        <a:lstStyle/>
        <a:p>
          <a:endParaRPr lang="en-US"/>
        </a:p>
      </dgm:t>
    </dgm:pt>
    <dgm:pt modelId="{645BC499-5850-4BBE-AFE1-464F03D26569}">
      <dgm:prSet/>
      <dgm:spPr/>
      <dgm:t>
        <a:bodyPr/>
        <a:lstStyle/>
        <a:p>
          <a:pPr>
            <a:defRPr cap="all"/>
          </a:pPr>
          <a:r>
            <a:rPr lang="en-US"/>
            <a:t>Evaluates how dashboard meets SmartDrive needs.</a:t>
          </a:r>
        </a:p>
      </dgm:t>
    </dgm:pt>
    <dgm:pt modelId="{9B87FAF6-08DD-43C6-8B6F-F3F7CBB2100B}" type="parTrans" cxnId="{297E804A-478F-42ED-91CB-EEF7962F6B8D}">
      <dgm:prSet/>
      <dgm:spPr/>
      <dgm:t>
        <a:bodyPr/>
        <a:lstStyle/>
        <a:p>
          <a:endParaRPr lang="en-US"/>
        </a:p>
      </dgm:t>
    </dgm:pt>
    <dgm:pt modelId="{B8604749-3533-4705-9B27-F542B0C6A839}" type="sibTrans" cxnId="{297E804A-478F-42ED-91CB-EEF7962F6B8D}">
      <dgm:prSet/>
      <dgm:spPr/>
      <dgm:t>
        <a:bodyPr/>
        <a:lstStyle/>
        <a:p>
          <a:endParaRPr lang="en-US"/>
        </a:p>
      </dgm:t>
    </dgm:pt>
    <dgm:pt modelId="{02697142-BB2E-4316-9493-340A16DAC4BE}" type="pres">
      <dgm:prSet presAssocID="{F123F54F-C653-47CB-B4A1-1B00A2FC504F}" presName="root" presStyleCnt="0">
        <dgm:presLayoutVars>
          <dgm:dir/>
          <dgm:resizeHandles val="exact"/>
        </dgm:presLayoutVars>
      </dgm:prSet>
      <dgm:spPr/>
    </dgm:pt>
    <dgm:pt modelId="{8D023078-6A66-4A0A-A9A8-24DE4393C176}" type="pres">
      <dgm:prSet presAssocID="{CF681F45-60A2-42B5-9E7F-26E050651D6E}" presName="compNode" presStyleCnt="0"/>
      <dgm:spPr/>
    </dgm:pt>
    <dgm:pt modelId="{F33E6AE7-ACED-487A-AFD7-B4BD8D8623A1}" type="pres">
      <dgm:prSet presAssocID="{CF681F45-60A2-42B5-9E7F-26E050651D6E}" presName="iconBgRect" presStyleLbl="bgShp" presStyleIdx="0" presStyleCnt="4"/>
      <dgm:spPr/>
    </dgm:pt>
    <dgm:pt modelId="{A5E7674C-5604-4BBC-A4D8-C791B7258D2D}" type="pres">
      <dgm:prSet presAssocID="{CF681F45-60A2-42B5-9E7F-26E050651D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642440A3-AA10-472D-B2A4-E537C0D653DF}" type="pres">
      <dgm:prSet presAssocID="{CF681F45-60A2-42B5-9E7F-26E050651D6E}" presName="spaceRect" presStyleCnt="0"/>
      <dgm:spPr/>
    </dgm:pt>
    <dgm:pt modelId="{1B13AAE4-3F73-4DE1-B17E-69D09C53F38A}" type="pres">
      <dgm:prSet presAssocID="{CF681F45-60A2-42B5-9E7F-26E050651D6E}" presName="textRect" presStyleLbl="revTx" presStyleIdx="0" presStyleCnt="4">
        <dgm:presLayoutVars>
          <dgm:chMax val="1"/>
          <dgm:chPref val="1"/>
        </dgm:presLayoutVars>
      </dgm:prSet>
      <dgm:spPr/>
    </dgm:pt>
    <dgm:pt modelId="{FF559A5D-82C6-48BC-8EE5-46575748EE88}" type="pres">
      <dgm:prSet presAssocID="{C259D749-93CC-4AB6-9601-6A7AAAFC4449}" presName="sibTrans" presStyleCnt="0"/>
      <dgm:spPr/>
    </dgm:pt>
    <dgm:pt modelId="{685310E5-53F4-49CD-9B21-6E7856528995}" type="pres">
      <dgm:prSet presAssocID="{9BDCD1C7-38FE-48FC-ABFF-F7CE72A69046}" presName="compNode" presStyleCnt="0"/>
      <dgm:spPr/>
    </dgm:pt>
    <dgm:pt modelId="{7D5EC136-1948-42F6-BB3C-9BB500711310}" type="pres">
      <dgm:prSet presAssocID="{9BDCD1C7-38FE-48FC-ABFF-F7CE72A69046}" presName="iconBgRect" presStyleLbl="bgShp" presStyleIdx="1" presStyleCnt="4"/>
      <dgm:spPr/>
    </dgm:pt>
    <dgm:pt modelId="{022ABEFC-04C2-4136-9E6E-82F959398135}" type="pres">
      <dgm:prSet presAssocID="{9BDCD1C7-38FE-48FC-ABFF-F7CE72A690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11600619-FFDC-46FD-898D-FF71590E79F3}" type="pres">
      <dgm:prSet presAssocID="{9BDCD1C7-38FE-48FC-ABFF-F7CE72A69046}" presName="spaceRect" presStyleCnt="0"/>
      <dgm:spPr/>
    </dgm:pt>
    <dgm:pt modelId="{1BF42100-33D3-4BD1-B9C5-AB871A18BED6}" type="pres">
      <dgm:prSet presAssocID="{9BDCD1C7-38FE-48FC-ABFF-F7CE72A69046}" presName="textRect" presStyleLbl="revTx" presStyleIdx="1" presStyleCnt="4">
        <dgm:presLayoutVars>
          <dgm:chMax val="1"/>
          <dgm:chPref val="1"/>
        </dgm:presLayoutVars>
      </dgm:prSet>
      <dgm:spPr/>
    </dgm:pt>
    <dgm:pt modelId="{02A71816-DAF1-419C-8EA1-DB0AB5D77297}" type="pres">
      <dgm:prSet presAssocID="{226BD72E-372B-4099-9918-1F19645442E3}" presName="sibTrans" presStyleCnt="0"/>
      <dgm:spPr/>
    </dgm:pt>
    <dgm:pt modelId="{E99215F1-5BBA-4266-B903-85EE62CDD358}" type="pres">
      <dgm:prSet presAssocID="{87CFB206-DD1F-4235-AC71-8618D38D20F7}" presName="compNode" presStyleCnt="0"/>
      <dgm:spPr/>
    </dgm:pt>
    <dgm:pt modelId="{9F7476B4-7789-4D73-B499-3C3A0AD8698A}" type="pres">
      <dgm:prSet presAssocID="{87CFB206-DD1F-4235-AC71-8618D38D20F7}" presName="iconBgRect" presStyleLbl="bgShp" presStyleIdx="2" presStyleCnt="4"/>
      <dgm:spPr/>
    </dgm:pt>
    <dgm:pt modelId="{D583A263-AA4E-422E-8932-C56614BA9831}" type="pres">
      <dgm:prSet presAssocID="{87CFB206-DD1F-4235-AC71-8618D38D20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8868762B-2477-4A87-9DA9-D4CE11C6B110}" type="pres">
      <dgm:prSet presAssocID="{87CFB206-DD1F-4235-AC71-8618D38D20F7}" presName="spaceRect" presStyleCnt="0"/>
      <dgm:spPr/>
    </dgm:pt>
    <dgm:pt modelId="{2D61BD39-FC03-4352-BF28-781A09D7D173}" type="pres">
      <dgm:prSet presAssocID="{87CFB206-DD1F-4235-AC71-8618D38D20F7}" presName="textRect" presStyleLbl="revTx" presStyleIdx="2" presStyleCnt="4">
        <dgm:presLayoutVars>
          <dgm:chMax val="1"/>
          <dgm:chPref val="1"/>
        </dgm:presLayoutVars>
      </dgm:prSet>
      <dgm:spPr/>
    </dgm:pt>
    <dgm:pt modelId="{70781A72-94AE-4C2C-9C2B-9122873575DB}" type="pres">
      <dgm:prSet presAssocID="{07552EE5-28D3-4193-88B1-34FC185D0C4E}" presName="sibTrans" presStyleCnt="0"/>
      <dgm:spPr/>
    </dgm:pt>
    <dgm:pt modelId="{F8E78FCC-77AD-44A5-B7C8-E8702B6E925A}" type="pres">
      <dgm:prSet presAssocID="{645BC499-5850-4BBE-AFE1-464F03D26569}" presName="compNode" presStyleCnt="0"/>
      <dgm:spPr/>
    </dgm:pt>
    <dgm:pt modelId="{91DD4123-44AA-4385-9C7A-2CC42EFC0271}" type="pres">
      <dgm:prSet presAssocID="{645BC499-5850-4BBE-AFE1-464F03D26569}" presName="iconBgRect" presStyleLbl="bgShp" presStyleIdx="3" presStyleCnt="4"/>
      <dgm:spPr/>
    </dgm:pt>
    <dgm:pt modelId="{5F69929C-9C40-4E40-A071-0FA3CD4CE233}" type="pres">
      <dgm:prSet presAssocID="{645BC499-5850-4BBE-AFE1-464F03D2656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1F3A7AC-31D0-4A0C-A493-6F45172139B3}" type="pres">
      <dgm:prSet presAssocID="{645BC499-5850-4BBE-AFE1-464F03D26569}" presName="spaceRect" presStyleCnt="0"/>
      <dgm:spPr/>
    </dgm:pt>
    <dgm:pt modelId="{F11B9E7D-762A-45A3-AA97-2D1A63418002}" type="pres">
      <dgm:prSet presAssocID="{645BC499-5850-4BBE-AFE1-464F03D265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AE911A-FE5C-4866-877E-C72FF4467E8E}" type="presOf" srcId="{87CFB206-DD1F-4235-AC71-8618D38D20F7}" destId="{2D61BD39-FC03-4352-BF28-781A09D7D173}" srcOrd="0" destOrd="0" presId="urn:microsoft.com/office/officeart/2018/5/layout/IconCircleLabelList"/>
    <dgm:cxn modelId="{5C3A355C-2590-472C-84CD-24090B4576F4}" type="presOf" srcId="{9BDCD1C7-38FE-48FC-ABFF-F7CE72A69046}" destId="{1BF42100-33D3-4BD1-B9C5-AB871A18BED6}" srcOrd="0" destOrd="0" presId="urn:microsoft.com/office/officeart/2018/5/layout/IconCircleLabelList"/>
    <dgm:cxn modelId="{43AE3E60-7F67-4D0D-9BEE-58ACAF6BF8A7}" srcId="{F123F54F-C653-47CB-B4A1-1B00A2FC504F}" destId="{CF681F45-60A2-42B5-9E7F-26E050651D6E}" srcOrd="0" destOrd="0" parTransId="{8E7B0046-094B-4E28-8669-8692D9889220}" sibTransId="{C259D749-93CC-4AB6-9601-6A7AAAFC4449}"/>
    <dgm:cxn modelId="{88CB8041-90DD-417E-99E7-C88D2B0D8951}" srcId="{F123F54F-C653-47CB-B4A1-1B00A2FC504F}" destId="{9BDCD1C7-38FE-48FC-ABFF-F7CE72A69046}" srcOrd="1" destOrd="0" parTransId="{6BC9C27F-17AC-4963-9000-43F389B13791}" sibTransId="{226BD72E-372B-4099-9918-1F19645442E3}"/>
    <dgm:cxn modelId="{297E804A-478F-42ED-91CB-EEF7962F6B8D}" srcId="{F123F54F-C653-47CB-B4A1-1B00A2FC504F}" destId="{645BC499-5850-4BBE-AFE1-464F03D26569}" srcOrd="3" destOrd="0" parTransId="{9B87FAF6-08DD-43C6-8B6F-F3F7CBB2100B}" sibTransId="{B8604749-3533-4705-9B27-F542B0C6A839}"/>
    <dgm:cxn modelId="{52D55977-A81D-45BE-9C61-FCA5BC8D8945}" type="presOf" srcId="{CF681F45-60A2-42B5-9E7F-26E050651D6E}" destId="{1B13AAE4-3F73-4DE1-B17E-69D09C53F38A}" srcOrd="0" destOrd="0" presId="urn:microsoft.com/office/officeart/2018/5/layout/IconCircleLabelList"/>
    <dgm:cxn modelId="{D2010287-2AE8-4A73-A837-40CA4833F292}" srcId="{F123F54F-C653-47CB-B4A1-1B00A2FC504F}" destId="{87CFB206-DD1F-4235-AC71-8618D38D20F7}" srcOrd="2" destOrd="0" parTransId="{0E341C3E-9F47-474D-A1CF-07604F7BBAC1}" sibTransId="{07552EE5-28D3-4193-88B1-34FC185D0C4E}"/>
    <dgm:cxn modelId="{8B5C5DBC-1FA6-413A-8EF4-5778499B0394}" type="presOf" srcId="{F123F54F-C653-47CB-B4A1-1B00A2FC504F}" destId="{02697142-BB2E-4316-9493-340A16DAC4BE}" srcOrd="0" destOrd="0" presId="urn:microsoft.com/office/officeart/2018/5/layout/IconCircleLabelList"/>
    <dgm:cxn modelId="{6B72CDFB-E082-4BED-B92D-D6CE7039E49A}" type="presOf" srcId="{645BC499-5850-4BBE-AFE1-464F03D26569}" destId="{F11B9E7D-762A-45A3-AA97-2D1A63418002}" srcOrd="0" destOrd="0" presId="urn:microsoft.com/office/officeart/2018/5/layout/IconCircleLabelList"/>
    <dgm:cxn modelId="{21251583-9EF8-46D1-94BA-96383E943C94}" type="presParOf" srcId="{02697142-BB2E-4316-9493-340A16DAC4BE}" destId="{8D023078-6A66-4A0A-A9A8-24DE4393C176}" srcOrd="0" destOrd="0" presId="urn:microsoft.com/office/officeart/2018/5/layout/IconCircleLabelList"/>
    <dgm:cxn modelId="{C4A9DE44-B8F4-4F4C-A7EC-0F56A5A52866}" type="presParOf" srcId="{8D023078-6A66-4A0A-A9A8-24DE4393C176}" destId="{F33E6AE7-ACED-487A-AFD7-B4BD8D8623A1}" srcOrd="0" destOrd="0" presId="urn:microsoft.com/office/officeart/2018/5/layout/IconCircleLabelList"/>
    <dgm:cxn modelId="{A61E5CFD-C573-418B-955B-158217F4882F}" type="presParOf" srcId="{8D023078-6A66-4A0A-A9A8-24DE4393C176}" destId="{A5E7674C-5604-4BBC-A4D8-C791B7258D2D}" srcOrd="1" destOrd="0" presId="urn:microsoft.com/office/officeart/2018/5/layout/IconCircleLabelList"/>
    <dgm:cxn modelId="{B67A7658-6F99-4605-BC7C-257663D64E89}" type="presParOf" srcId="{8D023078-6A66-4A0A-A9A8-24DE4393C176}" destId="{642440A3-AA10-472D-B2A4-E537C0D653DF}" srcOrd="2" destOrd="0" presId="urn:microsoft.com/office/officeart/2018/5/layout/IconCircleLabelList"/>
    <dgm:cxn modelId="{837C4C0E-03CF-4261-BB46-BB762F2CA63C}" type="presParOf" srcId="{8D023078-6A66-4A0A-A9A8-24DE4393C176}" destId="{1B13AAE4-3F73-4DE1-B17E-69D09C53F38A}" srcOrd="3" destOrd="0" presId="urn:microsoft.com/office/officeart/2018/5/layout/IconCircleLabelList"/>
    <dgm:cxn modelId="{E985BC57-D02E-4D58-A698-2F4441BED8F0}" type="presParOf" srcId="{02697142-BB2E-4316-9493-340A16DAC4BE}" destId="{FF559A5D-82C6-48BC-8EE5-46575748EE88}" srcOrd="1" destOrd="0" presId="urn:microsoft.com/office/officeart/2018/5/layout/IconCircleLabelList"/>
    <dgm:cxn modelId="{CE26D5EE-382C-4F14-9AC7-E99839DC02C7}" type="presParOf" srcId="{02697142-BB2E-4316-9493-340A16DAC4BE}" destId="{685310E5-53F4-49CD-9B21-6E7856528995}" srcOrd="2" destOrd="0" presId="urn:microsoft.com/office/officeart/2018/5/layout/IconCircleLabelList"/>
    <dgm:cxn modelId="{E0F480D4-BD3F-48C9-9E4D-3EEF850ECB9F}" type="presParOf" srcId="{685310E5-53F4-49CD-9B21-6E7856528995}" destId="{7D5EC136-1948-42F6-BB3C-9BB500711310}" srcOrd="0" destOrd="0" presId="urn:microsoft.com/office/officeart/2018/5/layout/IconCircleLabelList"/>
    <dgm:cxn modelId="{45857BC8-3E04-4531-A9B2-2FA2544EFDBE}" type="presParOf" srcId="{685310E5-53F4-49CD-9B21-6E7856528995}" destId="{022ABEFC-04C2-4136-9E6E-82F959398135}" srcOrd="1" destOrd="0" presId="urn:microsoft.com/office/officeart/2018/5/layout/IconCircleLabelList"/>
    <dgm:cxn modelId="{1F38CB0A-FC18-4BFF-85F7-44AAE56DF67B}" type="presParOf" srcId="{685310E5-53F4-49CD-9B21-6E7856528995}" destId="{11600619-FFDC-46FD-898D-FF71590E79F3}" srcOrd="2" destOrd="0" presId="urn:microsoft.com/office/officeart/2018/5/layout/IconCircleLabelList"/>
    <dgm:cxn modelId="{3ABAD3BE-F324-46CD-8AA1-5B7C53DF1AB3}" type="presParOf" srcId="{685310E5-53F4-49CD-9B21-6E7856528995}" destId="{1BF42100-33D3-4BD1-B9C5-AB871A18BED6}" srcOrd="3" destOrd="0" presId="urn:microsoft.com/office/officeart/2018/5/layout/IconCircleLabelList"/>
    <dgm:cxn modelId="{8D9E0D38-B250-4DF3-87AF-CF9BB131FEBE}" type="presParOf" srcId="{02697142-BB2E-4316-9493-340A16DAC4BE}" destId="{02A71816-DAF1-419C-8EA1-DB0AB5D77297}" srcOrd="3" destOrd="0" presId="urn:microsoft.com/office/officeart/2018/5/layout/IconCircleLabelList"/>
    <dgm:cxn modelId="{6ABAF00D-BF65-4FE5-ADAF-4EC7C1CBBDE8}" type="presParOf" srcId="{02697142-BB2E-4316-9493-340A16DAC4BE}" destId="{E99215F1-5BBA-4266-B903-85EE62CDD358}" srcOrd="4" destOrd="0" presId="urn:microsoft.com/office/officeart/2018/5/layout/IconCircleLabelList"/>
    <dgm:cxn modelId="{4AE53BA7-F877-4BA9-B2F0-631AD6539B5A}" type="presParOf" srcId="{E99215F1-5BBA-4266-B903-85EE62CDD358}" destId="{9F7476B4-7789-4D73-B499-3C3A0AD8698A}" srcOrd="0" destOrd="0" presId="urn:microsoft.com/office/officeart/2018/5/layout/IconCircleLabelList"/>
    <dgm:cxn modelId="{0D049D17-7E63-4A58-AED6-637C363395AF}" type="presParOf" srcId="{E99215F1-5BBA-4266-B903-85EE62CDD358}" destId="{D583A263-AA4E-422E-8932-C56614BA9831}" srcOrd="1" destOrd="0" presId="urn:microsoft.com/office/officeart/2018/5/layout/IconCircleLabelList"/>
    <dgm:cxn modelId="{A7D7C236-EDC0-4B3D-AB2B-910ED02E7553}" type="presParOf" srcId="{E99215F1-5BBA-4266-B903-85EE62CDD358}" destId="{8868762B-2477-4A87-9DA9-D4CE11C6B110}" srcOrd="2" destOrd="0" presId="urn:microsoft.com/office/officeart/2018/5/layout/IconCircleLabelList"/>
    <dgm:cxn modelId="{9B7CF655-2F9A-44ED-A43F-794CF26C0487}" type="presParOf" srcId="{E99215F1-5BBA-4266-B903-85EE62CDD358}" destId="{2D61BD39-FC03-4352-BF28-781A09D7D173}" srcOrd="3" destOrd="0" presId="urn:microsoft.com/office/officeart/2018/5/layout/IconCircleLabelList"/>
    <dgm:cxn modelId="{ABB750DF-0C63-4935-9DA9-F719943F4416}" type="presParOf" srcId="{02697142-BB2E-4316-9493-340A16DAC4BE}" destId="{70781A72-94AE-4C2C-9C2B-9122873575DB}" srcOrd="5" destOrd="0" presId="urn:microsoft.com/office/officeart/2018/5/layout/IconCircleLabelList"/>
    <dgm:cxn modelId="{6837CB96-6C4F-45A6-A807-D1781BF1E427}" type="presParOf" srcId="{02697142-BB2E-4316-9493-340A16DAC4BE}" destId="{F8E78FCC-77AD-44A5-B7C8-E8702B6E925A}" srcOrd="6" destOrd="0" presId="urn:microsoft.com/office/officeart/2018/5/layout/IconCircleLabelList"/>
    <dgm:cxn modelId="{1BED3269-B758-4628-9EE3-AB018F877F71}" type="presParOf" srcId="{F8E78FCC-77AD-44A5-B7C8-E8702B6E925A}" destId="{91DD4123-44AA-4385-9C7A-2CC42EFC0271}" srcOrd="0" destOrd="0" presId="urn:microsoft.com/office/officeart/2018/5/layout/IconCircleLabelList"/>
    <dgm:cxn modelId="{BEE756C2-92AA-47DE-87BB-503E637D3862}" type="presParOf" srcId="{F8E78FCC-77AD-44A5-B7C8-E8702B6E925A}" destId="{5F69929C-9C40-4E40-A071-0FA3CD4CE233}" srcOrd="1" destOrd="0" presId="urn:microsoft.com/office/officeart/2018/5/layout/IconCircleLabelList"/>
    <dgm:cxn modelId="{89BF10D0-45AB-49A0-AF33-1FE41E0713E9}" type="presParOf" srcId="{F8E78FCC-77AD-44A5-B7C8-E8702B6E925A}" destId="{81F3A7AC-31D0-4A0C-A493-6F45172139B3}" srcOrd="2" destOrd="0" presId="urn:microsoft.com/office/officeart/2018/5/layout/IconCircleLabelList"/>
    <dgm:cxn modelId="{EB405F05-7BEE-4ED8-AE23-38270A891680}" type="presParOf" srcId="{F8E78FCC-77AD-44A5-B7C8-E8702B6E925A}" destId="{F11B9E7D-762A-45A3-AA97-2D1A6341800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54366F-4E3F-4C1F-9690-64FA89CAC08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BE7F7D5-844B-44C9-97E5-D964B8AE863F}">
      <dgm:prSet/>
      <dgm:spPr/>
      <dgm:t>
        <a:bodyPr/>
        <a:lstStyle/>
        <a:p>
          <a:r>
            <a:rPr lang="en-US" dirty="0"/>
            <a:t>Contribution of BI to decisions</a:t>
          </a:r>
        </a:p>
      </dgm:t>
    </dgm:pt>
    <dgm:pt modelId="{6423E727-1518-45AA-A3E0-2279B0FAB0C1}" type="parTrans" cxnId="{F19E76BA-55B6-475B-A8C4-E39393655B4D}">
      <dgm:prSet/>
      <dgm:spPr/>
      <dgm:t>
        <a:bodyPr/>
        <a:lstStyle/>
        <a:p>
          <a:endParaRPr lang="en-US"/>
        </a:p>
      </dgm:t>
    </dgm:pt>
    <dgm:pt modelId="{1A4F11B0-D089-4557-94D6-888512BD95EE}" type="sibTrans" cxnId="{F19E76BA-55B6-475B-A8C4-E39393655B4D}">
      <dgm:prSet/>
      <dgm:spPr/>
      <dgm:t>
        <a:bodyPr/>
        <a:lstStyle/>
        <a:p>
          <a:endParaRPr lang="en-US"/>
        </a:p>
      </dgm:t>
    </dgm:pt>
    <dgm:pt modelId="{5D9E3B1F-819C-49AA-91AF-FF2F26FE5620}">
      <dgm:prSet/>
      <dgm:spPr/>
      <dgm:t>
        <a:bodyPr/>
        <a:lstStyle/>
        <a:p>
          <a:r>
            <a:rPr lang="en-US" dirty="0"/>
            <a:t>Legal issues (GDPR, data security)</a:t>
          </a:r>
        </a:p>
      </dgm:t>
    </dgm:pt>
    <dgm:pt modelId="{EC76E97F-921D-4E67-81D9-9E8575BDED9C}" type="parTrans" cxnId="{C603F0F9-68E9-474D-B6D4-3D761BA1DC36}">
      <dgm:prSet/>
      <dgm:spPr/>
      <dgm:t>
        <a:bodyPr/>
        <a:lstStyle/>
        <a:p>
          <a:endParaRPr lang="en-US"/>
        </a:p>
      </dgm:t>
    </dgm:pt>
    <dgm:pt modelId="{661A32EE-C39C-495E-943B-142853945C1C}" type="sibTrans" cxnId="{C603F0F9-68E9-474D-B6D4-3D761BA1DC36}">
      <dgm:prSet/>
      <dgm:spPr/>
      <dgm:t>
        <a:bodyPr/>
        <a:lstStyle/>
        <a:p>
          <a:endParaRPr lang="en-US"/>
        </a:p>
      </dgm:t>
    </dgm:pt>
    <dgm:pt modelId="{2B48BC6F-BA75-41ED-900C-798DD5D391EC}">
      <dgm:prSet/>
      <dgm:spPr/>
      <dgm:t>
        <a:bodyPr/>
        <a:lstStyle/>
        <a:p>
          <a:r>
            <a:rPr lang="en-US" dirty="0"/>
            <a:t>BI used by Tesla, Toyota, VW</a:t>
          </a:r>
        </a:p>
      </dgm:t>
    </dgm:pt>
    <dgm:pt modelId="{95220702-387E-47E5-9C54-AA9660208895}" type="parTrans" cxnId="{B9A92EAB-2CB0-4217-8C35-C4158B059843}">
      <dgm:prSet/>
      <dgm:spPr/>
      <dgm:t>
        <a:bodyPr/>
        <a:lstStyle/>
        <a:p>
          <a:endParaRPr lang="en-US"/>
        </a:p>
      </dgm:t>
    </dgm:pt>
    <dgm:pt modelId="{8203C54D-711C-48D9-954D-C9E6CFF11316}" type="sibTrans" cxnId="{B9A92EAB-2CB0-4217-8C35-C4158B059843}">
      <dgm:prSet/>
      <dgm:spPr/>
      <dgm:t>
        <a:bodyPr/>
        <a:lstStyle/>
        <a:p>
          <a:endParaRPr lang="en-US"/>
        </a:p>
      </dgm:t>
    </dgm:pt>
    <dgm:pt modelId="{AC9307A5-3E2B-434D-998C-AD143F696766}">
      <dgm:prSet/>
      <dgm:spPr/>
      <dgm:t>
        <a:bodyPr/>
        <a:lstStyle/>
        <a:p>
          <a:r>
            <a:rPr lang="en-US" dirty="0"/>
            <a:t>BI enhances competitive advantage and target audience expansion.</a:t>
          </a:r>
        </a:p>
      </dgm:t>
    </dgm:pt>
    <dgm:pt modelId="{4490AA12-BC84-4EEF-9204-B2F8BEFB8B9D}" type="parTrans" cxnId="{8B5CEBFC-BB95-4CCB-A4D6-EE7A1D50957A}">
      <dgm:prSet/>
      <dgm:spPr/>
      <dgm:t>
        <a:bodyPr/>
        <a:lstStyle/>
        <a:p>
          <a:endParaRPr lang="en-US"/>
        </a:p>
      </dgm:t>
    </dgm:pt>
    <dgm:pt modelId="{319F26C3-9685-4DF9-BA70-FB3EEDECC283}" type="sibTrans" cxnId="{8B5CEBFC-BB95-4CCB-A4D6-EE7A1D50957A}">
      <dgm:prSet/>
      <dgm:spPr/>
      <dgm:t>
        <a:bodyPr/>
        <a:lstStyle/>
        <a:p>
          <a:endParaRPr lang="en-US"/>
        </a:p>
      </dgm:t>
    </dgm:pt>
    <dgm:pt modelId="{74A24F45-4F5A-4058-B08C-14100E9BB75C}" type="pres">
      <dgm:prSet presAssocID="{9554366F-4E3F-4C1F-9690-64FA89CAC08A}" presName="linear" presStyleCnt="0">
        <dgm:presLayoutVars>
          <dgm:animLvl val="lvl"/>
          <dgm:resizeHandles val="exact"/>
        </dgm:presLayoutVars>
      </dgm:prSet>
      <dgm:spPr/>
    </dgm:pt>
    <dgm:pt modelId="{06EED561-7D1D-47B7-81AB-02FA8D2D2D8F}" type="pres">
      <dgm:prSet presAssocID="{6BE7F7D5-844B-44C9-97E5-D964B8AE86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07EB3E-B371-43F4-8A32-7C323A7F48CB}" type="pres">
      <dgm:prSet presAssocID="{1A4F11B0-D089-4557-94D6-888512BD95EE}" presName="spacer" presStyleCnt="0"/>
      <dgm:spPr/>
    </dgm:pt>
    <dgm:pt modelId="{6F30C9B4-5F54-40F8-8166-94DF81209CB9}" type="pres">
      <dgm:prSet presAssocID="{5D9E3B1F-819C-49AA-91AF-FF2F26FE56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86E279-1F98-4ED4-A761-8FA70A47A875}" type="pres">
      <dgm:prSet presAssocID="{661A32EE-C39C-495E-943B-142853945C1C}" presName="spacer" presStyleCnt="0"/>
      <dgm:spPr/>
    </dgm:pt>
    <dgm:pt modelId="{8F663F3A-8E5E-47E2-88C2-C05F7EA5C033}" type="pres">
      <dgm:prSet presAssocID="{2B48BC6F-BA75-41ED-900C-798DD5D391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C64B289-A7C3-4897-81A7-6A2101D6B792}" type="pres">
      <dgm:prSet presAssocID="{8203C54D-711C-48D9-954D-C9E6CFF11316}" presName="spacer" presStyleCnt="0"/>
      <dgm:spPr/>
    </dgm:pt>
    <dgm:pt modelId="{875DE45A-4E5D-46AF-930D-2ED74A17ADC4}" type="pres">
      <dgm:prSet presAssocID="{AC9307A5-3E2B-434D-998C-AD143F6967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B1FF0F-D773-443F-A28E-6777C5A26F21}" type="presOf" srcId="{2B48BC6F-BA75-41ED-900C-798DD5D391EC}" destId="{8F663F3A-8E5E-47E2-88C2-C05F7EA5C033}" srcOrd="0" destOrd="0" presId="urn:microsoft.com/office/officeart/2005/8/layout/vList2"/>
    <dgm:cxn modelId="{543E3026-F6F3-423A-8000-7DA27CB50DDF}" type="presOf" srcId="{AC9307A5-3E2B-434D-998C-AD143F696766}" destId="{875DE45A-4E5D-46AF-930D-2ED74A17ADC4}" srcOrd="0" destOrd="0" presId="urn:microsoft.com/office/officeart/2005/8/layout/vList2"/>
    <dgm:cxn modelId="{ADF120AA-8BFF-43BD-B783-195109105AF6}" type="presOf" srcId="{9554366F-4E3F-4C1F-9690-64FA89CAC08A}" destId="{74A24F45-4F5A-4058-B08C-14100E9BB75C}" srcOrd="0" destOrd="0" presId="urn:microsoft.com/office/officeart/2005/8/layout/vList2"/>
    <dgm:cxn modelId="{B9A92EAB-2CB0-4217-8C35-C4158B059843}" srcId="{9554366F-4E3F-4C1F-9690-64FA89CAC08A}" destId="{2B48BC6F-BA75-41ED-900C-798DD5D391EC}" srcOrd="2" destOrd="0" parTransId="{95220702-387E-47E5-9C54-AA9660208895}" sibTransId="{8203C54D-711C-48D9-954D-C9E6CFF11316}"/>
    <dgm:cxn modelId="{F19E76BA-55B6-475B-A8C4-E39393655B4D}" srcId="{9554366F-4E3F-4C1F-9690-64FA89CAC08A}" destId="{6BE7F7D5-844B-44C9-97E5-D964B8AE863F}" srcOrd="0" destOrd="0" parTransId="{6423E727-1518-45AA-A3E0-2279B0FAB0C1}" sibTransId="{1A4F11B0-D089-4557-94D6-888512BD95EE}"/>
    <dgm:cxn modelId="{9763BFD2-89D4-4A79-A667-5C41D70BFE71}" type="presOf" srcId="{5D9E3B1F-819C-49AA-91AF-FF2F26FE5620}" destId="{6F30C9B4-5F54-40F8-8166-94DF81209CB9}" srcOrd="0" destOrd="0" presId="urn:microsoft.com/office/officeart/2005/8/layout/vList2"/>
    <dgm:cxn modelId="{C603F0F9-68E9-474D-B6D4-3D761BA1DC36}" srcId="{9554366F-4E3F-4C1F-9690-64FA89CAC08A}" destId="{5D9E3B1F-819C-49AA-91AF-FF2F26FE5620}" srcOrd="1" destOrd="0" parTransId="{EC76E97F-921D-4E67-81D9-9E8575BDED9C}" sibTransId="{661A32EE-C39C-495E-943B-142853945C1C}"/>
    <dgm:cxn modelId="{3D8DAEFC-8C93-416D-BF1B-E0AC8D5AD25C}" type="presOf" srcId="{6BE7F7D5-844B-44C9-97E5-D964B8AE863F}" destId="{06EED561-7D1D-47B7-81AB-02FA8D2D2D8F}" srcOrd="0" destOrd="0" presId="urn:microsoft.com/office/officeart/2005/8/layout/vList2"/>
    <dgm:cxn modelId="{8B5CEBFC-BB95-4CCB-A4D6-EE7A1D50957A}" srcId="{9554366F-4E3F-4C1F-9690-64FA89CAC08A}" destId="{AC9307A5-3E2B-434D-998C-AD143F696766}" srcOrd="3" destOrd="0" parTransId="{4490AA12-BC84-4EEF-9204-B2F8BEFB8B9D}" sibTransId="{319F26C3-9685-4DF9-BA70-FB3EEDECC283}"/>
    <dgm:cxn modelId="{C3A1E536-0AF4-4D7F-B92E-21CB5749E7C6}" type="presParOf" srcId="{74A24F45-4F5A-4058-B08C-14100E9BB75C}" destId="{06EED561-7D1D-47B7-81AB-02FA8D2D2D8F}" srcOrd="0" destOrd="0" presId="urn:microsoft.com/office/officeart/2005/8/layout/vList2"/>
    <dgm:cxn modelId="{4F6AFCA2-6010-4E86-8524-E2173D21F4C0}" type="presParOf" srcId="{74A24F45-4F5A-4058-B08C-14100E9BB75C}" destId="{2007EB3E-B371-43F4-8A32-7C323A7F48CB}" srcOrd="1" destOrd="0" presId="urn:microsoft.com/office/officeart/2005/8/layout/vList2"/>
    <dgm:cxn modelId="{9B8098EC-7333-46B5-B2ED-04D0DB67FA11}" type="presParOf" srcId="{74A24F45-4F5A-4058-B08C-14100E9BB75C}" destId="{6F30C9B4-5F54-40F8-8166-94DF81209CB9}" srcOrd="2" destOrd="0" presId="urn:microsoft.com/office/officeart/2005/8/layout/vList2"/>
    <dgm:cxn modelId="{6D8ADE53-86DC-41C0-9B6B-2C089D043A64}" type="presParOf" srcId="{74A24F45-4F5A-4058-B08C-14100E9BB75C}" destId="{CF86E279-1F98-4ED4-A761-8FA70A47A875}" srcOrd="3" destOrd="0" presId="urn:microsoft.com/office/officeart/2005/8/layout/vList2"/>
    <dgm:cxn modelId="{754028F5-CE73-4071-804A-3ED9B105E0E2}" type="presParOf" srcId="{74A24F45-4F5A-4058-B08C-14100E9BB75C}" destId="{8F663F3A-8E5E-47E2-88C2-C05F7EA5C033}" srcOrd="4" destOrd="0" presId="urn:microsoft.com/office/officeart/2005/8/layout/vList2"/>
    <dgm:cxn modelId="{1E504870-D78E-4CC9-A8DC-BDF300B455A7}" type="presParOf" srcId="{74A24F45-4F5A-4058-B08C-14100E9BB75C}" destId="{DC64B289-A7C3-4897-81A7-6A2101D6B792}" srcOrd="5" destOrd="0" presId="urn:microsoft.com/office/officeart/2005/8/layout/vList2"/>
    <dgm:cxn modelId="{D5A8541B-DAF2-43A6-A62E-A47571493A42}" type="presParOf" srcId="{74A24F45-4F5A-4058-B08C-14100E9BB75C}" destId="{875DE45A-4E5D-46AF-930D-2ED74A17AD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46F5EF-6787-48F1-BE55-3F3D3D6D3260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622E9B-FB59-4555-9195-41B78BDED615}">
      <dgm:prSet/>
      <dgm:spPr/>
      <dgm:t>
        <a:bodyPr/>
        <a:lstStyle/>
        <a:p>
          <a:r>
            <a:rPr lang="en-US"/>
            <a:t>• BI drives SmartDrive’s EV expansion strategy</a:t>
          </a:r>
        </a:p>
      </dgm:t>
    </dgm:pt>
    <dgm:pt modelId="{10B753A2-5DCA-4B4E-8743-11A28D050F41}" type="parTrans" cxnId="{09A9C6AB-4DAB-49FC-96B7-BF45BDEA77ED}">
      <dgm:prSet/>
      <dgm:spPr/>
      <dgm:t>
        <a:bodyPr/>
        <a:lstStyle/>
        <a:p>
          <a:endParaRPr lang="en-US"/>
        </a:p>
      </dgm:t>
    </dgm:pt>
    <dgm:pt modelId="{B01621F8-68C5-48ED-9463-93ACE66682F2}" type="sibTrans" cxnId="{09A9C6AB-4DAB-49FC-96B7-BF45BDEA77ED}">
      <dgm:prSet/>
      <dgm:spPr/>
      <dgm:t>
        <a:bodyPr/>
        <a:lstStyle/>
        <a:p>
          <a:endParaRPr lang="en-US"/>
        </a:p>
      </dgm:t>
    </dgm:pt>
    <dgm:pt modelId="{26BCA43B-5B88-45D2-831E-D1B369F43E9C}">
      <dgm:prSet/>
      <dgm:spPr/>
      <dgm:t>
        <a:bodyPr/>
        <a:lstStyle/>
        <a:p>
          <a:r>
            <a:rPr lang="en-US"/>
            <a:t>• Dashboard supports strategic &amp; operational decisions</a:t>
          </a:r>
        </a:p>
      </dgm:t>
    </dgm:pt>
    <dgm:pt modelId="{EE22DE93-28E7-4D32-99C0-EAC233805FFF}" type="parTrans" cxnId="{4D0901C2-FBDA-4DC1-9D27-1B9450E46781}">
      <dgm:prSet/>
      <dgm:spPr/>
      <dgm:t>
        <a:bodyPr/>
        <a:lstStyle/>
        <a:p>
          <a:endParaRPr lang="en-US"/>
        </a:p>
      </dgm:t>
    </dgm:pt>
    <dgm:pt modelId="{D7940533-17E1-40E6-B147-0003AC63717D}" type="sibTrans" cxnId="{4D0901C2-FBDA-4DC1-9D27-1B9450E46781}">
      <dgm:prSet/>
      <dgm:spPr/>
      <dgm:t>
        <a:bodyPr/>
        <a:lstStyle/>
        <a:p>
          <a:endParaRPr lang="en-US"/>
        </a:p>
      </dgm:t>
    </dgm:pt>
    <dgm:pt modelId="{ABB95A80-BB9A-4E2D-83FD-3716A9E09446}">
      <dgm:prSet/>
      <dgm:spPr/>
      <dgm:t>
        <a:bodyPr/>
        <a:lstStyle/>
        <a:p>
          <a:r>
            <a:rPr lang="en-US"/>
            <a:t>• Meets all P/M/D criteria</a:t>
          </a:r>
        </a:p>
      </dgm:t>
    </dgm:pt>
    <dgm:pt modelId="{4FA49DC2-9C64-41CD-AD91-E3094B3097E0}" type="parTrans" cxnId="{0A21DF4C-D155-4C99-85F3-AA586D94923E}">
      <dgm:prSet/>
      <dgm:spPr/>
      <dgm:t>
        <a:bodyPr/>
        <a:lstStyle/>
        <a:p>
          <a:endParaRPr lang="en-US"/>
        </a:p>
      </dgm:t>
    </dgm:pt>
    <dgm:pt modelId="{995D7748-19CF-496A-8048-85E067AFB00C}" type="sibTrans" cxnId="{0A21DF4C-D155-4C99-85F3-AA586D94923E}">
      <dgm:prSet/>
      <dgm:spPr/>
      <dgm:t>
        <a:bodyPr/>
        <a:lstStyle/>
        <a:p>
          <a:endParaRPr lang="en-US"/>
        </a:p>
      </dgm:t>
    </dgm:pt>
    <dgm:pt modelId="{A49574E8-B9F1-41CC-942B-D3E2EA70788E}" type="pres">
      <dgm:prSet presAssocID="{0C46F5EF-6787-48F1-BE55-3F3D3D6D3260}" presName="diagram" presStyleCnt="0">
        <dgm:presLayoutVars>
          <dgm:dir/>
          <dgm:resizeHandles val="exact"/>
        </dgm:presLayoutVars>
      </dgm:prSet>
      <dgm:spPr/>
    </dgm:pt>
    <dgm:pt modelId="{8AD3C284-E3F2-478E-A3A9-814C63D8223E}" type="pres">
      <dgm:prSet presAssocID="{50622E9B-FB59-4555-9195-41B78BDED615}" presName="node" presStyleLbl="node1" presStyleIdx="0" presStyleCnt="3">
        <dgm:presLayoutVars>
          <dgm:bulletEnabled val="1"/>
        </dgm:presLayoutVars>
      </dgm:prSet>
      <dgm:spPr/>
    </dgm:pt>
    <dgm:pt modelId="{4F27620E-D089-4A1C-999C-4F10547C6E15}" type="pres">
      <dgm:prSet presAssocID="{B01621F8-68C5-48ED-9463-93ACE66682F2}" presName="sibTrans" presStyleCnt="0"/>
      <dgm:spPr/>
    </dgm:pt>
    <dgm:pt modelId="{954BC03F-43D8-4BF0-9969-ADA02E6002CC}" type="pres">
      <dgm:prSet presAssocID="{26BCA43B-5B88-45D2-831E-D1B369F43E9C}" presName="node" presStyleLbl="node1" presStyleIdx="1" presStyleCnt="3">
        <dgm:presLayoutVars>
          <dgm:bulletEnabled val="1"/>
        </dgm:presLayoutVars>
      </dgm:prSet>
      <dgm:spPr/>
    </dgm:pt>
    <dgm:pt modelId="{48B67BEC-8120-4A07-B85C-9C0B6D417884}" type="pres">
      <dgm:prSet presAssocID="{D7940533-17E1-40E6-B147-0003AC63717D}" presName="sibTrans" presStyleCnt="0"/>
      <dgm:spPr/>
    </dgm:pt>
    <dgm:pt modelId="{1C7D77C2-398C-41D8-B2FE-740FF78884A5}" type="pres">
      <dgm:prSet presAssocID="{ABB95A80-BB9A-4E2D-83FD-3716A9E09446}" presName="node" presStyleLbl="node1" presStyleIdx="2" presStyleCnt="3">
        <dgm:presLayoutVars>
          <dgm:bulletEnabled val="1"/>
        </dgm:presLayoutVars>
      </dgm:prSet>
      <dgm:spPr/>
    </dgm:pt>
  </dgm:ptLst>
  <dgm:cxnLst>
    <dgm:cxn modelId="{0A21DF4C-D155-4C99-85F3-AA586D94923E}" srcId="{0C46F5EF-6787-48F1-BE55-3F3D3D6D3260}" destId="{ABB95A80-BB9A-4E2D-83FD-3716A9E09446}" srcOrd="2" destOrd="0" parTransId="{4FA49DC2-9C64-41CD-AD91-E3094B3097E0}" sibTransId="{995D7748-19CF-496A-8048-85E067AFB00C}"/>
    <dgm:cxn modelId="{C9E00756-6561-49AC-AD36-7D2E2752BF12}" type="presOf" srcId="{26BCA43B-5B88-45D2-831E-D1B369F43E9C}" destId="{954BC03F-43D8-4BF0-9969-ADA02E6002CC}" srcOrd="0" destOrd="0" presId="urn:microsoft.com/office/officeart/2005/8/layout/default"/>
    <dgm:cxn modelId="{D5FAE99F-BC82-4305-8AA2-4E0B9E1CD0F0}" type="presOf" srcId="{50622E9B-FB59-4555-9195-41B78BDED615}" destId="{8AD3C284-E3F2-478E-A3A9-814C63D8223E}" srcOrd="0" destOrd="0" presId="urn:microsoft.com/office/officeart/2005/8/layout/default"/>
    <dgm:cxn modelId="{09A9C6AB-4DAB-49FC-96B7-BF45BDEA77ED}" srcId="{0C46F5EF-6787-48F1-BE55-3F3D3D6D3260}" destId="{50622E9B-FB59-4555-9195-41B78BDED615}" srcOrd="0" destOrd="0" parTransId="{10B753A2-5DCA-4B4E-8743-11A28D050F41}" sibTransId="{B01621F8-68C5-48ED-9463-93ACE66682F2}"/>
    <dgm:cxn modelId="{4D0901C2-FBDA-4DC1-9D27-1B9450E46781}" srcId="{0C46F5EF-6787-48F1-BE55-3F3D3D6D3260}" destId="{26BCA43B-5B88-45D2-831E-D1B369F43E9C}" srcOrd="1" destOrd="0" parTransId="{EE22DE93-28E7-4D32-99C0-EAC233805FFF}" sibTransId="{D7940533-17E1-40E6-B147-0003AC63717D}"/>
    <dgm:cxn modelId="{3FCBC1C6-D067-4F18-96DE-8B63B4E49904}" type="presOf" srcId="{ABB95A80-BB9A-4E2D-83FD-3716A9E09446}" destId="{1C7D77C2-398C-41D8-B2FE-740FF78884A5}" srcOrd="0" destOrd="0" presId="urn:microsoft.com/office/officeart/2005/8/layout/default"/>
    <dgm:cxn modelId="{9A67CAE6-A26B-4212-A0C4-BC216E5B9259}" type="presOf" srcId="{0C46F5EF-6787-48F1-BE55-3F3D3D6D3260}" destId="{A49574E8-B9F1-41CC-942B-D3E2EA70788E}" srcOrd="0" destOrd="0" presId="urn:microsoft.com/office/officeart/2005/8/layout/default"/>
    <dgm:cxn modelId="{904413F5-E95B-4395-A352-02104AEDE024}" type="presParOf" srcId="{A49574E8-B9F1-41CC-942B-D3E2EA70788E}" destId="{8AD3C284-E3F2-478E-A3A9-814C63D8223E}" srcOrd="0" destOrd="0" presId="urn:microsoft.com/office/officeart/2005/8/layout/default"/>
    <dgm:cxn modelId="{879785AD-A4FB-4EC3-B3C2-86613836B474}" type="presParOf" srcId="{A49574E8-B9F1-41CC-942B-D3E2EA70788E}" destId="{4F27620E-D089-4A1C-999C-4F10547C6E15}" srcOrd="1" destOrd="0" presId="urn:microsoft.com/office/officeart/2005/8/layout/default"/>
    <dgm:cxn modelId="{92837778-17DB-43E8-B94C-1F1A786ECE1E}" type="presParOf" srcId="{A49574E8-B9F1-41CC-942B-D3E2EA70788E}" destId="{954BC03F-43D8-4BF0-9969-ADA02E6002CC}" srcOrd="2" destOrd="0" presId="urn:microsoft.com/office/officeart/2005/8/layout/default"/>
    <dgm:cxn modelId="{322D2CD2-D05A-443D-8CCA-5FE961BEAD15}" type="presParOf" srcId="{A49574E8-B9F1-41CC-942B-D3E2EA70788E}" destId="{48B67BEC-8120-4A07-B85C-9C0B6D417884}" srcOrd="3" destOrd="0" presId="urn:microsoft.com/office/officeart/2005/8/layout/default"/>
    <dgm:cxn modelId="{D7A4D2A6-95C0-4332-82BE-1248D8E294E4}" type="presParOf" srcId="{A49574E8-B9F1-41CC-942B-D3E2EA70788E}" destId="{1C7D77C2-398C-41D8-B2FE-740FF78884A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8227A-FAD1-4E09-9918-E29687E5D341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Operational, tactical, strategic decision support</a:t>
          </a:r>
        </a:p>
      </dsp:txBody>
      <dsp:txXfrm>
        <a:off x="84655" y="121095"/>
        <a:ext cx="4830814" cy="1564849"/>
      </dsp:txXfrm>
    </dsp:sp>
    <dsp:sp modelId="{4B506A86-01FE-46D6-851D-7C4B2677B082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BI definition, tools, techniques</a:t>
          </a:r>
        </a:p>
      </dsp:txBody>
      <dsp:txXfrm>
        <a:off x="84655" y="1944535"/>
        <a:ext cx="4830814" cy="1564849"/>
      </dsp:txXfrm>
    </dsp:sp>
    <dsp:sp modelId="{97D981B1-9AB7-4A9C-894D-CA82769C36F4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Key BI features for SmartDrive (drilldown, slicers, KPIs)</a:t>
          </a:r>
        </a:p>
      </dsp:txBody>
      <dsp:txXfrm>
        <a:off x="84655" y="3767974"/>
        <a:ext cx="4830814" cy="1564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36260-3EAB-436F-87F3-79865E1B210D}">
      <dsp:nvSpPr>
        <dsp:cNvPr id="0" name=""/>
        <dsp:cNvSpPr/>
      </dsp:nvSpPr>
      <dsp:spPr>
        <a:xfrm>
          <a:off x="3693541" y="827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Feedback:</a:t>
          </a:r>
        </a:p>
      </dsp:txBody>
      <dsp:txXfrm>
        <a:off x="4132770" y="827"/>
        <a:ext cx="878458" cy="1449456"/>
      </dsp:txXfrm>
    </dsp:sp>
    <dsp:sp modelId="{794DAA7C-8B3E-4CAC-887B-D3610E76EE5E}">
      <dsp:nvSpPr>
        <dsp:cNvPr id="0" name=""/>
        <dsp:cNvSpPr/>
      </dsp:nvSpPr>
      <dsp:spPr>
        <a:xfrm rot="3600000">
          <a:off x="5301348" y="929095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Improve layout consistency</a:t>
          </a:r>
        </a:p>
      </dsp:txBody>
      <dsp:txXfrm rot="-5400000">
        <a:off x="5588212" y="1291459"/>
        <a:ext cx="1449456" cy="878458"/>
      </dsp:txXfrm>
    </dsp:sp>
    <dsp:sp modelId="{278D837B-7314-4140-8922-4240B8EB6A72}">
      <dsp:nvSpPr>
        <dsp:cNvPr id="0" name=""/>
        <dsp:cNvSpPr/>
      </dsp:nvSpPr>
      <dsp:spPr>
        <a:xfrm rot="7200000">
          <a:off x="5301348" y="2785630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slicers</a:t>
          </a:r>
        </a:p>
      </dsp:txBody>
      <dsp:txXfrm rot="-5400000">
        <a:off x="5588212" y="3301724"/>
        <a:ext cx="1449456" cy="878458"/>
      </dsp:txXfrm>
    </dsp:sp>
    <dsp:sp modelId="{76E9E7C9-8631-4DBF-A91D-4CF023ACC55A}">
      <dsp:nvSpPr>
        <dsp:cNvPr id="0" name=""/>
        <dsp:cNvSpPr/>
      </dsp:nvSpPr>
      <dsp:spPr>
        <a:xfrm rot="10800000">
          <a:off x="3693541" y="3713898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KPIs for top 5 countries</a:t>
          </a:r>
        </a:p>
      </dsp:txBody>
      <dsp:txXfrm rot="10800000">
        <a:off x="4132770" y="4021358"/>
        <a:ext cx="878458" cy="1449456"/>
      </dsp:txXfrm>
    </dsp:sp>
    <dsp:sp modelId="{A3F46A9C-E1FD-412D-A860-8708A22CF44D}">
      <dsp:nvSpPr>
        <dsp:cNvPr id="0" name=""/>
        <dsp:cNvSpPr/>
      </dsp:nvSpPr>
      <dsp:spPr>
        <a:xfrm rot="14400000">
          <a:off x="2085735" y="2785630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cleaner visual hierarchy</a:t>
          </a:r>
        </a:p>
      </dsp:txBody>
      <dsp:txXfrm rot="5400000">
        <a:off x="2106331" y="3301724"/>
        <a:ext cx="1449456" cy="878458"/>
      </dsp:txXfrm>
    </dsp:sp>
    <dsp:sp modelId="{7C0C4201-4D9E-4B71-8313-BFC3C9B9AF13}">
      <dsp:nvSpPr>
        <dsp:cNvPr id="0" name=""/>
        <dsp:cNvSpPr/>
      </dsp:nvSpPr>
      <dsp:spPr>
        <a:xfrm rot="18000000">
          <a:off x="2085735" y="929095"/>
          <a:ext cx="1756916" cy="17569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Implemented refinements for improved usability.</a:t>
          </a:r>
        </a:p>
      </dsp:txBody>
      <dsp:txXfrm rot="5400000">
        <a:off x="2106331" y="1291459"/>
        <a:ext cx="1449456" cy="878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D4F37-CB4C-4CA7-9886-29F5B45E5135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B4F71-B98C-40F8-ADF1-05A0B8746BBC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7FBFA-BC3A-42DC-924B-C169F1BDC05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Colour theme</a:t>
          </a:r>
        </a:p>
      </dsp:txBody>
      <dsp:txXfrm>
        <a:off x="518589" y="1265836"/>
        <a:ext cx="1582031" cy="632812"/>
      </dsp:txXfrm>
    </dsp:sp>
    <dsp:sp modelId="{EFB9383B-E08B-4210-A584-1DC6B612CD51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CAE0A-10EB-43C3-B881-98AB9682CB55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76FC7-5B35-4207-BE31-AE34A4DED4FC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Slicers for filtering by region</a:t>
          </a:r>
        </a:p>
      </dsp:txBody>
      <dsp:txXfrm>
        <a:off x="2377476" y="1265836"/>
        <a:ext cx="1582031" cy="632812"/>
      </dsp:txXfrm>
    </dsp:sp>
    <dsp:sp modelId="{B06B650B-8E61-46C8-AFDD-2031629B346B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AFA66-5ED8-41D4-8B95-E0024C37C75A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1EBA3-98BF-45C6-A65F-8F8A41F09F72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KPI cards</a:t>
          </a:r>
        </a:p>
      </dsp:txBody>
      <dsp:txXfrm>
        <a:off x="4236363" y="1265836"/>
        <a:ext cx="1582031" cy="632812"/>
      </dsp:txXfrm>
    </dsp:sp>
    <dsp:sp modelId="{D43EB2D7-E830-4AA7-860E-1C118E25B6E9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E55BF-13BF-432C-8416-88245AEED6F3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02BF7-2AF5-42AA-BE32-4CECE1DFA8E0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Improved layout</a:t>
          </a:r>
        </a:p>
      </dsp:txBody>
      <dsp:txXfrm>
        <a:off x="6095249" y="1265836"/>
        <a:ext cx="1582031" cy="632812"/>
      </dsp:txXfrm>
    </dsp:sp>
    <dsp:sp modelId="{A9962F03-5098-4925-9089-D441A0063A51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673C4-E4B9-466B-86F2-0A3C523F8DE2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F454A-89A1-4B5E-8820-9313FF81E04C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Map + ranked table</a:t>
          </a:r>
        </a:p>
      </dsp:txBody>
      <dsp:txXfrm>
        <a:off x="3306919" y="3559781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E6AE7-ACED-487A-AFD7-B4BD8D8623A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7674C-5604-4BBC-A4D8-C791B7258D2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3AAE4-3F73-4DE1-B17E-69D09C53F38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Strengths: clarity, interactivity, accurate measures</a:t>
          </a:r>
        </a:p>
      </dsp:txBody>
      <dsp:txXfrm>
        <a:off x="25435" y="2456402"/>
        <a:ext cx="1800000" cy="720000"/>
      </dsp:txXfrm>
    </dsp:sp>
    <dsp:sp modelId="{7D5EC136-1948-42F6-BB3C-9BB50071131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ABEFC-04C2-4136-9E6E-82F95939813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42100-33D3-4BD1-B9C5-AB871A18BED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Limitations: depends on emission data only</a:t>
          </a:r>
        </a:p>
      </dsp:txBody>
      <dsp:txXfrm>
        <a:off x="2140435" y="2456402"/>
        <a:ext cx="1800000" cy="720000"/>
      </dsp:txXfrm>
    </dsp:sp>
    <dsp:sp modelId="{9F7476B4-7789-4D73-B499-3C3A0AD8698A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3A263-AA4E-422E-8932-C56614BA983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1BD39-FC03-4352-BF28-781A09D7D173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Customisations: slicers, KPIs, DAX measures</a:t>
          </a:r>
        </a:p>
      </dsp:txBody>
      <dsp:txXfrm>
        <a:off x="4255435" y="2456402"/>
        <a:ext cx="1800000" cy="720000"/>
      </dsp:txXfrm>
    </dsp:sp>
    <dsp:sp modelId="{91DD4123-44AA-4385-9C7A-2CC42EFC027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9929C-9C40-4E40-A071-0FA3CD4CE23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B9E7D-762A-45A3-AA97-2D1A63418002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Evaluates how dashboard meets SmartDrive needs.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ED561-7D1D-47B7-81AB-02FA8D2D2D8F}">
      <dsp:nvSpPr>
        <dsp:cNvPr id="0" name=""/>
        <dsp:cNvSpPr/>
      </dsp:nvSpPr>
      <dsp:spPr>
        <a:xfrm>
          <a:off x="0" y="632702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Contribution of BI to decisions</a:t>
          </a:r>
        </a:p>
      </dsp:txBody>
      <dsp:txXfrm>
        <a:off x="48481" y="681183"/>
        <a:ext cx="4903162" cy="896166"/>
      </dsp:txXfrm>
    </dsp:sp>
    <dsp:sp modelId="{6F30C9B4-5F54-40F8-8166-94DF81209CB9}">
      <dsp:nvSpPr>
        <dsp:cNvPr id="0" name=""/>
        <dsp:cNvSpPr/>
      </dsp:nvSpPr>
      <dsp:spPr>
        <a:xfrm>
          <a:off x="0" y="1697831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Legal issues (GDPR, data security)</a:t>
          </a:r>
        </a:p>
      </dsp:txBody>
      <dsp:txXfrm>
        <a:off x="48481" y="1746312"/>
        <a:ext cx="4903162" cy="896166"/>
      </dsp:txXfrm>
    </dsp:sp>
    <dsp:sp modelId="{8F663F3A-8E5E-47E2-88C2-C05F7EA5C033}">
      <dsp:nvSpPr>
        <dsp:cNvPr id="0" name=""/>
        <dsp:cNvSpPr/>
      </dsp:nvSpPr>
      <dsp:spPr>
        <a:xfrm>
          <a:off x="0" y="2762960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 used by Tesla, Toyota, VW</a:t>
          </a:r>
        </a:p>
      </dsp:txBody>
      <dsp:txXfrm>
        <a:off x="48481" y="2811441"/>
        <a:ext cx="4903162" cy="896166"/>
      </dsp:txXfrm>
    </dsp:sp>
    <dsp:sp modelId="{875DE45A-4E5D-46AF-930D-2ED74A17ADC4}">
      <dsp:nvSpPr>
        <dsp:cNvPr id="0" name=""/>
        <dsp:cNvSpPr/>
      </dsp:nvSpPr>
      <dsp:spPr>
        <a:xfrm>
          <a:off x="0" y="3828088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 enhances competitive advantage and target audience expansion.</a:t>
          </a:r>
        </a:p>
      </dsp:txBody>
      <dsp:txXfrm>
        <a:off x="48481" y="3876569"/>
        <a:ext cx="4903162" cy="8961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3C284-E3F2-478E-A3A9-814C63D8223E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BI drives SmartDrive’s EV expansion strategy</a:t>
          </a:r>
        </a:p>
      </dsp:txBody>
      <dsp:txXfrm>
        <a:off x="429570" y="472"/>
        <a:ext cx="3346456" cy="2007873"/>
      </dsp:txXfrm>
    </dsp:sp>
    <dsp:sp modelId="{954BC03F-43D8-4BF0-9969-ADA02E6002CC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Dashboard supports strategic &amp; operational decisions</a:t>
          </a:r>
        </a:p>
      </dsp:txBody>
      <dsp:txXfrm>
        <a:off x="4110672" y="472"/>
        <a:ext cx="3346456" cy="2007873"/>
      </dsp:txXfrm>
    </dsp:sp>
    <dsp:sp modelId="{1C7D77C2-398C-41D8-B2FE-740FF78884A5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Meets all P/M/D criteria</a:t>
          </a:r>
        </a:p>
      </dsp:txBody>
      <dsp:txXfrm>
        <a:off x="2270121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7288C-B33F-4B33-BB06-CB0803EAB4F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BF22E-DA51-480C-B829-0AC5C1814C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53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morning everyone. My name is Cristian Danci, and I’m a Junior Data Analyst at SmartDrive Technologies.</a:t>
            </a:r>
            <a:br>
              <a:rPr lang="en-GB" dirty="0"/>
            </a:br>
            <a:r>
              <a:rPr lang="en-GB" dirty="0"/>
              <a:t>Today, I’ll be presenting the business intelligence work I’ve completed to help identify the best countries for SmartDrive’s electric vehicle expansion.</a:t>
            </a:r>
            <a:br>
              <a:rPr lang="en-GB" dirty="0"/>
            </a:br>
            <a:r>
              <a:rPr lang="en-GB" dirty="0"/>
              <a:t>I’ll walk you through the data, the dashboard I designed, the improvements I made, and my recommendations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869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SmartDrive is expanding its global presence in the electric vehicle market, and data plays a key role in choosing the right countries to target.</a:t>
            </a:r>
            <a:br>
              <a:rPr lang="en-GB" dirty="0"/>
            </a:br>
            <a:r>
              <a:rPr lang="en-GB" dirty="0"/>
              <a:t>As part of the analytics team, my responsibility has been to gather international environmental and economic data, analyse it, and build dashboards that support management decisions.</a:t>
            </a:r>
            <a:br>
              <a:rPr lang="en-GB" dirty="0"/>
            </a:br>
            <a:r>
              <a:rPr lang="en-GB" dirty="0"/>
              <a:t>The goal is simple: identify countries where EV adoption is most realistic and most profitable.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591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support this project, I followed SmartDrive’s business process for market evaluation.</a:t>
            </a:r>
            <a:br>
              <a:rPr lang="en-GB" dirty="0"/>
            </a:br>
            <a:r>
              <a:rPr lang="en-GB" dirty="0"/>
              <a:t>The process includes data collection from external sources, cleaning and analysis, comparing countries, and presenting insights.</a:t>
            </a:r>
            <a:br>
              <a:rPr lang="en-GB" dirty="0"/>
            </a:br>
            <a:r>
              <a:rPr lang="en-GB" dirty="0"/>
              <a:t>Supporting processes like IT systems, data tools, and reporting flows all help ensure our decisions are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233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 simplified version of that process.</a:t>
            </a:r>
            <a:br>
              <a:rPr lang="en-GB" dirty="0"/>
            </a:br>
            <a:r>
              <a:rPr lang="en-GB" dirty="0"/>
              <a:t>We start with external data, feed it into our systems, run analysis through BI tools, and convert it into insights that decision-makers can use.</a:t>
            </a:r>
            <a:br>
              <a:rPr lang="en-GB" dirty="0"/>
            </a:br>
            <a:r>
              <a:rPr lang="en-GB" dirty="0"/>
              <a:t>This ensures that every recommendation has a clear data trail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810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project, I used Power BI as the main BI tool.</a:t>
            </a:r>
            <a:br>
              <a:rPr lang="en-GB" dirty="0"/>
            </a:br>
            <a:r>
              <a:rPr lang="en-GB" dirty="0"/>
              <a:t>Power BI allows fast visual analysis, interactive filtering, and custom dashboards that our managers can explore themselves.</a:t>
            </a:r>
            <a:br>
              <a:rPr lang="en-GB" dirty="0"/>
            </a:br>
            <a:r>
              <a:rPr lang="en-GB" dirty="0"/>
              <a:t>This lets different levels of the organisation — operational, tactical, and strategic — make decisions based on the same consistent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198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started with a raw dataset containing multiple indicators such as carbon dioxide emissions, energy consumption, GDP, population, and more.</a:t>
            </a:r>
            <a:br>
              <a:rPr lang="en-GB" dirty="0"/>
            </a:br>
            <a:r>
              <a:rPr lang="en-GB" dirty="0"/>
              <a:t>Before any analysis, I checked consistency, data types, and missing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331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then cleaned the dataset by correcting data types, removing errors, and standardising country names.</a:t>
            </a:r>
            <a:br>
              <a:rPr lang="en-GB" dirty="0"/>
            </a:br>
            <a:r>
              <a:rPr lang="en-GB" dirty="0"/>
              <a:t>This ensures that the dashboard calculations are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475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After preparing the dataset, I moved into Power BI to begin designing the report layout.</a:t>
            </a:r>
            <a:br>
              <a:rPr lang="en-GB" dirty="0"/>
            </a:br>
            <a:r>
              <a:rPr lang="en-GB" dirty="0"/>
              <a:t>Here, I planned the visual structure: which charts go where, where KPIs should be placed, and which filters will be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600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Once the blank layout was set, I connected Power BI to the cleaned dataset.</a:t>
            </a:r>
            <a:br>
              <a:rPr lang="en-GB" dirty="0"/>
            </a:br>
            <a:r>
              <a:rPr lang="en-GB" dirty="0"/>
              <a:t>This creates a live link between the data and the visuals, so everything updates instantly when filters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43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first version of the dashboard.</a:t>
            </a:r>
            <a:br>
              <a:rPr lang="en-GB" dirty="0"/>
            </a:br>
            <a:r>
              <a:rPr lang="en-GB" dirty="0"/>
              <a:t>It includes key visuals:</a:t>
            </a:r>
            <a:br>
              <a:rPr lang="en-GB" dirty="0"/>
            </a:br>
            <a:r>
              <a:rPr lang="en-GB" dirty="0"/>
              <a:t>• Electric power consumption by country – showing energy readiness</a:t>
            </a:r>
            <a:br>
              <a:rPr lang="en-GB" dirty="0"/>
            </a:br>
            <a:r>
              <a:rPr lang="en-GB" dirty="0"/>
              <a:t>• Population by country – showing market size</a:t>
            </a:r>
            <a:br>
              <a:rPr lang="en-GB" dirty="0"/>
            </a:br>
            <a:r>
              <a:rPr lang="en-GB" dirty="0"/>
              <a:t>• Carbon dioxide emissions – showing environmental urgency</a:t>
            </a:r>
            <a:br>
              <a:rPr lang="en-GB" dirty="0"/>
            </a:br>
            <a:r>
              <a:rPr lang="en-GB" dirty="0"/>
              <a:t>• A global map to help visualise geographic opportunities</a:t>
            </a:r>
            <a:br>
              <a:rPr lang="en-GB" dirty="0"/>
            </a:br>
            <a:r>
              <a:rPr lang="en-GB" dirty="0"/>
              <a:t>This version provided insight, but it needed refinement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812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 tested the dashboard to ensure accuracy and reliability.</a:t>
            </a:r>
            <a:br>
              <a:rPr lang="en-GB" dirty="0"/>
            </a:br>
            <a:r>
              <a:rPr lang="en-GB" dirty="0"/>
              <a:t>This included checking data correctness, filter behaviour, map functionality, interaction between visuals, and performance.</a:t>
            </a:r>
            <a:br>
              <a:rPr lang="en-GB" dirty="0"/>
            </a:br>
            <a:r>
              <a:rPr lang="en-GB" dirty="0"/>
              <a:t>All checks passed and the dashboard worked as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644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shared the dashboard with colleagues and collected feedback.</a:t>
            </a:r>
            <a:br>
              <a:rPr lang="en-GB" dirty="0"/>
            </a:br>
            <a:r>
              <a:rPr lang="en-GB" dirty="0"/>
              <a:t>They suggested adding slicers, reorganising visuals for clarity, improving colour consistency, and adding KPI cards to highlight top-level insights.</a:t>
            </a:r>
            <a:br>
              <a:rPr lang="en-GB" dirty="0"/>
            </a:br>
            <a:r>
              <a:rPr lang="en-GB" dirty="0"/>
              <a:t>I implemented all of these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008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you can see the improved version.</a:t>
            </a:r>
            <a:br>
              <a:rPr lang="en-GB" dirty="0"/>
            </a:br>
            <a:r>
              <a:rPr lang="en-GB" dirty="0"/>
              <a:t>The visuals are cleaner, easier to compare, and more interactive.</a:t>
            </a:r>
            <a:br>
              <a:rPr lang="en-GB" dirty="0"/>
            </a:br>
            <a:r>
              <a:rPr lang="en-GB" dirty="0"/>
              <a:t>The slicers allow quick filtering, the map is clearer, and KPIs highlight important figures at a glance.</a:t>
            </a:r>
            <a:br>
              <a:rPr lang="en-GB" dirty="0"/>
            </a:br>
            <a:r>
              <a:rPr lang="en-GB" dirty="0"/>
              <a:t>This version is more user-friendly and better supports business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83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Some of the customisations include:</a:t>
            </a:r>
            <a:br>
              <a:rPr lang="en-GB" dirty="0"/>
            </a:br>
            <a:r>
              <a:rPr lang="en-GB" dirty="0"/>
              <a:t>• A consistent colour theme</a:t>
            </a:r>
            <a:br>
              <a:rPr lang="en-GB" dirty="0"/>
            </a:br>
            <a:r>
              <a:rPr lang="en-GB" dirty="0"/>
              <a:t>• A country slicer for fast comparison</a:t>
            </a:r>
            <a:br>
              <a:rPr lang="en-GB" dirty="0"/>
            </a:br>
            <a:r>
              <a:rPr lang="en-GB" dirty="0"/>
              <a:t>• KPI cards showing key metrics</a:t>
            </a:r>
            <a:br>
              <a:rPr lang="en-GB" dirty="0"/>
            </a:br>
            <a:r>
              <a:rPr lang="en-GB" dirty="0"/>
              <a:t>• A clearer visual hierarchy</a:t>
            </a:r>
            <a:br>
              <a:rPr lang="en-GB" dirty="0"/>
            </a:br>
            <a:r>
              <a:rPr lang="en-GB" dirty="0"/>
              <a:t>• Improved spacing and sizing</a:t>
            </a:r>
            <a:br>
              <a:rPr lang="en-GB" dirty="0"/>
            </a:br>
            <a:r>
              <a:rPr lang="en-GB" dirty="0"/>
              <a:t>These adjustments significantly enhance usability — especially for managers viewing this at a glance.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537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final dashboard version.</a:t>
            </a:r>
            <a:br>
              <a:rPr lang="en-GB" dirty="0"/>
            </a:br>
            <a:r>
              <a:rPr lang="en-GB" dirty="0"/>
              <a:t>It’s intuitive, interactive, and supports SmartDrive in evaluating which countries could be strong candidates for EV market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41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dashboard does an excellent job of highlighting high-emission, high-population markets where EV adoption could have the strongest impact.</a:t>
            </a:r>
            <a:br>
              <a:rPr lang="en-GB" dirty="0"/>
            </a:br>
            <a:r>
              <a:rPr lang="en-GB" dirty="0"/>
              <a:t>It is easy to navigate, visually clear, and fast.</a:t>
            </a:r>
            <a:br>
              <a:rPr lang="en-GB" dirty="0"/>
            </a:br>
            <a:r>
              <a:rPr lang="en-GB" dirty="0"/>
              <a:t>The main limitation is the dataset — adding more variables like charging infrastructure or EV incentives would make the model even stronger.</a:t>
            </a:r>
            <a:br>
              <a:rPr lang="en-GB" dirty="0"/>
            </a:br>
            <a:r>
              <a:rPr lang="en-GB" dirty="0"/>
              <a:t>But overall, the design meets the current business needs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209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Any BI work must consider secure data handling and compliance.</a:t>
            </a:r>
            <a:br>
              <a:rPr lang="en-GB" dirty="0"/>
            </a:br>
            <a:r>
              <a:rPr lang="en-GB" dirty="0"/>
              <a:t>All data used here is publicly available and non-sensitive, so there are no privacy issues.</a:t>
            </a:r>
            <a:br>
              <a:rPr lang="en-GB" dirty="0"/>
            </a:br>
            <a:r>
              <a:rPr lang="en-GB" dirty="0"/>
              <a:t>BI tools like Power BI help organisations like SmartDrive make informed, evidence-driven decisions that reduce risk and improve competitiveness.</a:t>
            </a:r>
            <a:br>
              <a:rPr lang="en-GB" dirty="0"/>
            </a:br>
            <a:r>
              <a:rPr lang="en-GB" dirty="0"/>
              <a:t>Other companies, such as Tesla and Volkswagen, use BI in similar ways to identify market trends — and we can adopt the same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671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conclude:</a:t>
            </a:r>
            <a:br>
              <a:rPr lang="en-GB" dirty="0"/>
            </a:br>
            <a:r>
              <a:rPr lang="en-GB" dirty="0"/>
              <a:t>The dashboard provides SmartDrive with clear insights into global EV opportunities.</a:t>
            </a:r>
            <a:br>
              <a:rPr lang="en-GB" dirty="0"/>
            </a:br>
            <a:r>
              <a:rPr lang="en-GB" dirty="0"/>
              <a:t>It supports strategic decision-making, highlights high-value markets, and gives the organisation a strong foundation for future expansion.</a:t>
            </a:r>
            <a:br>
              <a:rPr lang="en-GB" dirty="0"/>
            </a:br>
            <a:r>
              <a:rPr lang="en-GB" dirty="0"/>
              <a:t>With future datasets — such as EV adoption rates, infrastructure, or government incentives — the model can be expanded even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2BF22E-DA51-480C-B829-0AC5C1814C4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645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DD9A1B-23F2-4443-B0D4-00FF72D27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A69CBB-DA63-440A-B853-88D42A6F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245" y="873720"/>
            <a:ext cx="7900987" cy="4962109"/>
          </a:xfrm>
          <a:custGeom>
            <a:avLst/>
            <a:gdLst>
              <a:gd name="connsiteX0" fmla="*/ 6180200 w 10534650"/>
              <a:gd name="connsiteY0" fmla="*/ 4801197 h 4962109"/>
              <a:gd name="connsiteX1" fmla="*/ 6147637 w 10534650"/>
              <a:gd name="connsiteY1" fmla="*/ 4805291 h 4962109"/>
              <a:gd name="connsiteX2" fmla="*/ 6164640 w 10534650"/>
              <a:gd name="connsiteY2" fmla="*/ 4804893 h 4962109"/>
              <a:gd name="connsiteX3" fmla="*/ 6180200 w 10534650"/>
              <a:gd name="connsiteY3" fmla="*/ 4801197 h 4962109"/>
              <a:gd name="connsiteX4" fmla="*/ 5969537 w 10534650"/>
              <a:gd name="connsiteY4" fmla="*/ 4731750 h 4962109"/>
              <a:gd name="connsiteX5" fmla="*/ 5980870 w 10534650"/>
              <a:gd name="connsiteY5" fmla="*/ 4743324 h 4962109"/>
              <a:gd name="connsiteX6" fmla="*/ 5980870 w 10534650"/>
              <a:gd name="connsiteY6" fmla="*/ 4743323 h 4962109"/>
              <a:gd name="connsiteX7" fmla="*/ 6712815 w 10534650"/>
              <a:gd name="connsiteY7" fmla="*/ 4676908 h 4962109"/>
              <a:gd name="connsiteX8" fmla="*/ 6712815 w 10534650"/>
              <a:gd name="connsiteY8" fmla="*/ 4676909 h 4962109"/>
              <a:gd name="connsiteX9" fmla="*/ 6734605 w 10534650"/>
              <a:gd name="connsiteY9" fmla="*/ 4700281 h 4962109"/>
              <a:gd name="connsiteX10" fmla="*/ 6712815 w 10534650"/>
              <a:gd name="connsiteY10" fmla="*/ 4676908 h 4962109"/>
              <a:gd name="connsiteX11" fmla="*/ 5236566 w 10534650"/>
              <a:gd name="connsiteY11" fmla="*/ 4571169 h 4962109"/>
              <a:gd name="connsiteX12" fmla="*/ 5264294 w 10534650"/>
              <a:gd name="connsiteY12" fmla="*/ 4579674 h 4962109"/>
              <a:gd name="connsiteX13" fmla="*/ 5280204 w 10534650"/>
              <a:gd name="connsiteY13" fmla="*/ 4586908 h 4962109"/>
              <a:gd name="connsiteX14" fmla="*/ 5280336 w 10534650"/>
              <a:gd name="connsiteY14" fmla="*/ 4586967 h 4962109"/>
              <a:gd name="connsiteX15" fmla="*/ 5294396 w 10534650"/>
              <a:gd name="connsiteY15" fmla="*/ 4593609 h 4962109"/>
              <a:gd name="connsiteX16" fmla="*/ 5296104 w 10534650"/>
              <a:gd name="connsiteY16" fmla="*/ 4594130 h 4962109"/>
              <a:gd name="connsiteX17" fmla="*/ 5301566 w 10534650"/>
              <a:gd name="connsiteY17" fmla="*/ 4596610 h 4962109"/>
              <a:gd name="connsiteX18" fmla="*/ 5323749 w 10534650"/>
              <a:gd name="connsiteY18" fmla="*/ 4602562 h 4962109"/>
              <a:gd name="connsiteX19" fmla="*/ 5296104 w 10534650"/>
              <a:gd name="connsiteY19" fmla="*/ 4594130 h 4962109"/>
              <a:gd name="connsiteX20" fmla="*/ 5280336 w 10534650"/>
              <a:gd name="connsiteY20" fmla="*/ 4586967 h 4962109"/>
              <a:gd name="connsiteX21" fmla="*/ 5266003 w 10534650"/>
              <a:gd name="connsiteY21" fmla="*/ 4580197 h 4962109"/>
              <a:gd name="connsiteX22" fmla="*/ 5264294 w 10534650"/>
              <a:gd name="connsiteY22" fmla="*/ 4579674 h 4962109"/>
              <a:gd name="connsiteX23" fmla="*/ 5258823 w 10534650"/>
              <a:gd name="connsiteY23" fmla="*/ 4577184 h 4962109"/>
              <a:gd name="connsiteX24" fmla="*/ 5236566 w 10534650"/>
              <a:gd name="connsiteY24" fmla="*/ 4571169 h 4962109"/>
              <a:gd name="connsiteX25" fmla="*/ 5514391 w 10534650"/>
              <a:gd name="connsiteY25" fmla="*/ 4562409 h 4962109"/>
              <a:gd name="connsiteX26" fmla="*/ 5571581 w 10534650"/>
              <a:gd name="connsiteY26" fmla="*/ 4569638 h 4962109"/>
              <a:gd name="connsiteX27" fmla="*/ 5542458 w 10534650"/>
              <a:gd name="connsiteY27" fmla="*/ 4562909 h 4962109"/>
              <a:gd name="connsiteX28" fmla="*/ 5514391 w 10534650"/>
              <a:gd name="connsiteY28" fmla="*/ 4562409 h 4962109"/>
              <a:gd name="connsiteX29" fmla="*/ 3097094 w 10534650"/>
              <a:gd name="connsiteY29" fmla="*/ 4429045 h 4962109"/>
              <a:gd name="connsiteX30" fmla="*/ 3088347 w 10534650"/>
              <a:gd name="connsiteY30" fmla="*/ 4439791 h 4962109"/>
              <a:gd name="connsiteX31" fmla="*/ 3072652 w 10534650"/>
              <a:gd name="connsiteY31" fmla="*/ 4457084 h 4962109"/>
              <a:gd name="connsiteX32" fmla="*/ 3053825 w 10534650"/>
              <a:gd name="connsiteY32" fmla="*/ 4465207 h 4962109"/>
              <a:gd name="connsiteX33" fmla="*/ 3088348 w 10534650"/>
              <a:gd name="connsiteY33" fmla="*/ 4439791 h 4962109"/>
              <a:gd name="connsiteX34" fmla="*/ 4090071 w 10534650"/>
              <a:gd name="connsiteY34" fmla="*/ 4402823 h 4962109"/>
              <a:gd name="connsiteX35" fmla="*/ 4105672 w 10534650"/>
              <a:gd name="connsiteY35" fmla="*/ 4404644 h 4962109"/>
              <a:gd name="connsiteX36" fmla="*/ 4121173 w 10534650"/>
              <a:gd name="connsiteY36" fmla="*/ 4414076 h 4962109"/>
              <a:gd name="connsiteX37" fmla="*/ 4105673 w 10534650"/>
              <a:gd name="connsiteY37" fmla="*/ 4404644 h 4962109"/>
              <a:gd name="connsiteX38" fmla="*/ 4105672 w 10534650"/>
              <a:gd name="connsiteY38" fmla="*/ 4404644 h 4962109"/>
              <a:gd name="connsiteX39" fmla="*/ 4105672 w 10534650"/>
              <a:gd name="connsiteY39" fmla="*/ 4404644 h 4962109"/>
              <a:gd name="connsiteX40" fmla="*/ 4090071 w 10534650"/>
              <a:gd name="connsiteY40" fmla="*/ 4402823 h 4962109"/>
              <a:gd name="connsiteX41" fmla="*/ 3874703 w 10534650"/>
              <a:gd name="connsiteY41" fmla="*/ 4390456 h 4962109"/>
              <a:gd name="connsiteX42" fmla="*/ 3921126 w 10534650"/>
              <a:gd name="connsiteY42" fmla="*/ 4417222 h 4962109"/>
              <a:gd name="connsiteX43" fmla="*/ 3896594 w 10534650"/>
              <a:gd name="connsiteY43" fmla="*/ 4409211 h 4962109"/>
              <a:gd name="connsiteX44" fmla="*/ 3874703 w 10534650"/>
              <a:gd name="connsiteY44" fmla="*/ 4390456 h 4962109"/>
              <a:gd name="connsiteX45" fmla="*/ 7873706 w 10534650"/>
              <a:gd name="connsiteY45" fmla="*/ 4301238 h 4962109"/>
              <a:gd name="connsiteX46" fmla="*/ 7892206 w 10534650"/>
              <a:gd name="connsiteY46" fmla="*/ 4317039 h 4962109"/>
              <a:gd name="connsiteX47" fmla="*/ 7899880 w 10534650"/>
              <a:gd name="connsiteY47" fmla="*/ 4320773 h 4962109"/>
              <a:gd name="connsiteX48" fmla="*/ 7892205 w 10534650"/>
              <a:gd name="connsiteY48" fmla="*/ 4317038 h 4962109"/>
              <a:gd name="connsiteX49" fmla="*/ 7873706 w 10534650"/>
              <a:gd name="connsiteY49" fmla="*/ 4301238 h 4962109"/>
              <a:gd name="connsiteX50" fmla="*/ 1456506 w 10534650"/>
              <a:gd name="connsiteY50" fmla="*/ 3863438 h 4962109"/>
              <a:gd name="connsiteX51" fmla="*/ 1442667 w 10534650"/>
              <a:gd name="connsiteY51" fmla="*/ 3867764 h 4962109"/>
              <a:gd name="connsiteX52" fmla="*/ 1397372 w 10534650"/>
              <a:gd name="connsiteY52" fmla="*/ 3890362 h 4962109"/>
              <a:gd name="connsiteX53" fmla="*/ 1442668 w 10534650"/>
              <a:gd name="connsiteY53" fmla="*/ 3867764 h 4962109"/>
              <a:gd name="connsiteX54" fmla="*/ 1071905 w 10534650"/>
              <a:gd name="connsiteY54" fmla="*/ 3816123 h 4962109"/>
              <a:gd name="connsiteX55" fmla="*/ 1062478 w 10534650"/>
              <a:gd name="connsiteY55" fmla="*/ 3818725 h 4962109"/>
              <a:gd name="connsiteX56" fmla="*/ 1022563 w 10534650"/>
              <a:gd name="connsiteY56" fmla="*/ 3825445 h 4962109"/>
              <a:gd name="connsiteX57" fmla="*/ 1062480 w 10534650"/>
              <a:gd name="connsiteY57" fmla="*/ 3818725 h 4962109"/>
              <a:gd name="connsiteX58" fmla="*/ 1209869 w 10534650"/>
              <a:gd name="connsiteY58" fmla="*/ 3815014 h 4962109"/>
              <a:gd name="connsiteX59" fmla="*/ 1257364 w 10534650"/>
              <a:gd name="connsiteY59" fmla="*/ 3832567 h 4962109"/>
              <a:gd name="connsiteX60" fmla="*/ 1209869 w 10534650"/>
              <a:gd name="connsiteY60" fmla="*/ 3815014 h 4962109"/>
              <a:gd name="connsiteX61" fmla="*/ 0 w 10534650"/>
              <a:gd name="connsiteY61" fmla="*/ 0 h 4962109"/>
              <a:gd name="connsiteX62" fmla="*/ 10534650 w 10534650"/>
              <a:gd name="connsiteY62" fmla="*/ 0 h 4962109"/>
              <a:gd name="connsiteX63" fmla="*/ 10534650 w 10534650"/>
              <a:gd name="connsiteY63" fmla="*/ 3353931 h 4962109"/>
              <a:gd name="connsiteX64" fmla="*/ 10495227 w 10534650"/>
              <a:gd name="connsiteY64" fmla="*/ 3401247 h 4962109"/>
              <a:gd name="connsiteX65" fmla="*/ 10463118 w 10534650"/>
              <a:gd name="connsiteY65" fmla="*/ 3434133 h 4962109"/>
              <a:gd name="connsiteX66" fmla="*/ 10378879 w 10534650"/>
              <a:gd name="connsiteY66" fmla="*/ 3472380 h 4962109"/>
              <a:gd name="connsiteX67" fmla="*/ 10304799 w 10534650"/>
              <a:gd name="connsiteY67" fmla="*/ 3500370 h 4962109"/>
              <a:gd name="connsiteX68" fmla="*/ 10250242 w 10534650"/>
              <a:gd name="connsiteY68" fmla="*/ 3533216 h 4962109"/>
              <a:gd name="connsiteX69" fmla="*/ 10204013 w 10534650"/>
              <a:gd name="connsiteY69" fmla="*/ 3563655 h 4962109"/>
              <a:gd name="connsiteX70" fmla="*/ 10098588 w 10534650"/>
              <a:gd name="connsiteY70" fmla="*/ 3643324 h 4962109"/>
              <a:gd name="connsiteX71" fmla="*/ 9983369 w 10534650"/>
              <a:gd name="connsiteY71" fmla="*/ 3708784 h 4962109"/>
              <a:gd name="connsiteX72" fmla="*/ 9888637 w 10534650"/>
              <a:gd name="connsiteY72" fmla="*/ 3792146 h 4962109"/>
              <a:gd name="connsiteX73" fmla="*/ 9848780 w 10534650"/>
              <a:gd name="connsiteY73" fmla="*/ 3838049 h 4962109"/>
              <a:gd name="connsiteX74" fmla="*/ 9769701 w 10534650"/>
              <a:gd name="connsiteY74" fmla="*/ 3865885 h 4962109"/>
              <a:gd name="connsiteX75" fmla="*/ 9682888 w 10534650"/>
              <a:gd name="connsiteY75" fmla="*/ 3911938 h 4962109"/>
              <a:gd name="connsiteX76" fmla="*/ 9620297 w 10534650"/>
              <a:gd name="connsiteY76" fmla="*/ 3959262 h 4962109"/>
              <a:gd name="connsiteX77" fmla="*/ 9572344 w 10534650"/>
              <a:gd name="connsiteY77" fmla="*/ 3990515 h 4962109"/>
              <a:gd name="connsiteX78" fmla="*/ 9505537 w 10534650"/>
              <a:gd name="connsiteY78" fmla="*/ 4020672 h 4962109"/>
              <a:gd name="connsiteX79" fmla="*/ 9437819 w 10534650"/>
              <a:gd name="connsiteY79" fmla="*/ 4061525 h 4962109"/>
              <a:gd name="connsiteX80" fmla="*/ 9404527 w 10534650"/>
              <a:gd name="connsiteY80" fmla="*/ 4087281 h 4962109"/>
              <a:gd name="connsiteX81" fmla="*/ 9340611 w 10534650"/>
              <a:gd name="connsiteY81" fmla="*/ 4129506 h 4962109"/>
              <a:gd name="connsiteX82" fmla="*/ 9275062 w 10534650"/>
              <a:gd name="connsiteY82" fmla="*/ 4168468 h 4962109"/>
              <a:gd name="connsiteX83" fmla="*/ 9154049 w 10534650"/>
              <a:gd name="connsiteY83" fmla="*/ 4209968 h 4962109"/>
              <a:gd name="connsiteX84" fmla="*/ 9041981 w 10534650"/>
              <a:gd name="connsiteY84" fmla="*/ 4275454 h 4962109"/>
              <a:gd name="connsiteX85" fmla="*/ 8953407 w 10534650"/>
              <a:gd name="connsiteY85" fmla="*/ 4322870 h 4962109"/>
              <a:gd name="connsiteX86" fmla="*/ 8901537 w 10534650"/>
              <a:gd name="connsiteY86" fmla="*/ 4354413 h 4962109"/>
              <a:gd name="connsiteX87" fmla="*/ 8805370 w 10534650"/>
              <a:gd name="connsiteY87" fmla="*/ 4426175 h 4962109"/>
              <a:gd name="connsiteX88" fmla="*/ 8658874 w 10534650"/>
              <a:gd name="connsiteY88" fmla="*/ 4498599 h 4962109"/>
              <a:gd name="connsiteX89" fmla="*/ 8570718 w 10534650"/>
              <a:gd name="connsiteY89" fmla="*/ 4537136 h 4962109"/>
              <a:gd name="connsiteX90" fmla="*/ 8382959 w 10534650"/>
              <a:gd name="connsiteY90" fmla="*/ 4591539 h 4962109"/>
              <a:gd name="connsiteX91" fmla="*/ 8322237 w 10534650"/>
              <a:gd name="connsiteY91" fmla="*/ 4611347 h 4962109"/>
              <a:gd name="connsiteX92" fmla="*/ 8253574 w 10534650"/>
              <a:gd name="connsiteY92" fmla="*/ 4622451 h 4962109"/>
              <a:gd name="connsiteX93" fmla="*/ 8142452 w 10534650"/>
              <a:gd name="connsiteY93" fmla="*/ 4652191 h 4962109"/>
              <a:gd name="connsiteX94" fmla="*/ 7926082 w 10534650"/>
              <a:gd name="connsiteY94" fmla="*/ 4701680 h 4962109"/>
              <a:gd name="connsiteX95" fmla="*/ 7878875 w 10534650"/>
              <a:gd name="connsiteY95" fmla="*/ 4708305 h 4962109"/>
              <a:gd name="connsiteX96" fmla="*/ 7757501 w 10534650"/>
              <a:gd name="connsiteY96" fmla="*/ 4741432 h 4962109"/>
              <a:gd name="connsiteX97" fmla="*/ 7684511 w 10534650"/>
              <a:gd name="connsiteY97" fmla="*/ 4764301 h 4962109"/>
              <a:gd name="connsiteX98" fmla="*/ 7624515 w 10534650"/>
              <a:gd name="connsiteY98" fmla="*/ 4776179 h 4962109"/>
              <a:gd name="connsiteX99" fmla="*/ 7571930 w 10534650"/>
              <a:gd name="connsiteY99" fmla="*/ 4780027 h 4962109"/>
              <a:gd name="connsiteX100" fmla="*/ 7432402 w 10534650"/>
              <a:gd name="connsiteY100" fmla="*/ 4807278 h 4962109"/>
              <a:gd name="connsiteX101" fmla="*/ 7376754 w 10534650"/>
              <a:gd name="connsiteY101" fmla="*/ 4817968 h 4962109"/>
              <a:gd name="connsiteX102" fmla="*/ 7231546 w 10534650"/>
              <a:gd name="connsiteY102" fmla="*/ 4857825 h 4962109"/>
              <a:gd name="connsiteX103" fmla="*/ 7109089 w 10534650"/>
              <a:gd name="connsiteY103" fmla="*/ 4882341 h 4962109"/>
              <a:gd name="connsiteX104" fmla="*/ 7057788 w 10534650"/>
              <a:gd name="connsiteY104" fmla="*/ 4894624 h 4962109"/>
              <a:gd name="connsiteX105" fmla="*/ 6941125 w 10534650"/>
              <a:gd name="connsiteY105" fmla="*/ 4913041 h 4962109"/>
              <a:gd name="connsiteX106" fmla="*/ 6874857 w 10534650"/>
              <a:gd name="connsiteY106" fmla="*/ 4927091 h 4962109"/>
              <a:gd name="connsiteX107" fmla="*/ 6714789 w 10534650"/>
              <a:gd name="connsiteY107" fmla="*/ 4937175 h 4962109"/>
              <a:gd name="connsiteX108" fmla="*/ 6549597 w 10534650"/>
              <a:gd name="connsiteY108" fmla="*/ 4946170 h 4962109"/>
              <a:gd name="connsiteX109" fmla="*/ 6459201 w 10534650"/>
              <a:gd name="connsiteY109" fmla="*/ 4946704 h 4962109"/>
              <a:gd name="connsiteX110" fmla="*/ 6379993 w 10534650"/>
              <a:gd name="connsiteY110" fmla="*/ 4951898 h 4962109"/>
              <a:gd name="connsiteX111" fmla="*/ 6311205 w 10534650"/>
              <a:gd name="connsiteY111" fmla="*/ 4953901 h 4962109"/>
              <a:gd name="connsiteX112" fmla="*/ 6201505 w 10534650"/>
              <a:gd name="connsiteY112" fmla="*/ 4959986 h 4962109"/>
              <a:gd name="connsiteX113" fmla="*/ 6156018 w 10534650"/>
              <a:gd name="connsiteY113" fmla="*/ 4960421 h 4962109"/>
              <a:gd name="connsiteX114" fmla="*/ 6049276 w 10534650"/>
              <a:gd name="connsiteY114" fmla="*/ 4952977 h 4962109"/>
              <a:gd name="connsiteX115" fmla="*/ 6012280 w 10534650"/>
              <a:gd name="connsiteY115" fmla="*/ 4948608 h 4962109"/>
              <a:gd name="connsiteX116" fmla="*/ 5942361 w 10534650"/>
              <a:gd name="connsiteY116" fmla="*/ 4920847 h 4962109"/>
              <a:gd name="connsiteX117" fmla="*/ 5933980 w 10534650"/>
              <a:gd name="connsiteY117" fmla="*/ 4918608 h 4962109"/>
              <a:gd name="connsiteX118" fmla="*/ 5887681 w 10534650"/>
              <a:gd name="connsiteY118" fmla="*/ 4906368 h 4962109"/>
              <a:gd name="connsiteX119" fmla="*/ 5862209 w 10534650"/>
              <a:gd name="connsiteY119" fmla="*/ 4901667 h 4962109"/>
              <a:gd name="connsiteX120" fmla="*/ 5765973 w 10534650"/>
              <a:gd name="connsiteY120" fmla="*/ 4876200 h 4962109"/>
              <a:gd name="connsiteX121" fmla="*/ 5710431 w 10534650"/>
              <a:gd name="connsiteY121" fmla="*/ 4863519 h 4962109"/>
              <a:gd name="connsiteX122" fmla="*/ 5664908 w 10534650"/>
              <a:gd name="connsiteY122" fmla="*/ 4861723 h 4962109"/>
              <a:gd name="connsiteX123" fmla="*/ 5585007 w 10534650"/>
              <a:gd name="connsiteY123" fmla="*/ 4857960 h 4962109"/>
              <a:gd name="connsiteX124" fmla="*/ 5559231 w 10534650"/>
              <a:gd name="connsiteY124" fmla="*/ 4860477 h 4962109"/>
              <a:gd name="connsiteX125" fmla="*/ 5444811 w 10534650"/>
              <a:gd name="connsiteY125" fmla="*/ 4840451 h 4962109"/>
              <a:gd name="connsiteX126" fmla="*/ 5379124 w 10534650"/>
              <a:gd name="connsiteY126" fmla="*/ 4835057 h 4962109"/>
              <a:gd name="connsiteX127" fmla="*/ 5306093 w 10534650"/>
              <a:gd name="connsiteY127" fmla="*/ 4814877 h 4962109"/>
              <a:gd name="connsiteX128" fmla="*/ 5284433 w 10534650"/>
              <a:gd name="connsiteY128" fmla="*/ 4814147 h 4962109"/>
              <a:gd name="connsiteX129" fmla="*/ 5260152 w 10534650"/>
              <a:gd name="connsiteY129" fmla="*/ 4813796 h 4962109"/>
              <a:gd name="connsiteX130" fmla="*/ 5185829 w 10534650"/>
              <a:gd name="connsiteY130" fmla="*/ 4809858 h 4962109"/>
              <a:gd name="connsiteX131" fmla="*/ 5140387 w 10534650"/>
              <a:gd name="connsiteY131" fmla="*/ 4812334 h 4962109"/>
              <a:gd name="connsiteX132" fmla="*/ 5054734 w 10534650"/>
              <a:gd name="connsiteY132" fmla="*/ 4803174 h 4962109"/>
              <a:gd name="connsiteX133" fmla="*/ 5022638 w 10534650"/>
              <a:gd name="connsiteY133" fmla="*/ 4805814 h 4962109"/>
              <a:gd name="connsiteX134" fmla="*/ 4942261 w 10534650"/>
              <a:gd name="connsiteY134" fmla="*/ 4800907 h 4962109"/>
              <a:gd name="connsiteX135" fmla="*/ 4870420 w 10534650"/>
              <a:gd name="connsiteY135" fmla="*/ 4793240 h 4962109"/>
              <a:gd name="connsiteX136" fmla="*/ 4800874 w 10534650"/>
              <a:gd name="connsiteY136" fmla="*/ 4789997 h 4962109"/>
              <a:gd name="connsiteX137" fmla="*/ 4750778 w 10534650"/>
              <a:gd name="connsiteY137" fmla="*/ 4792713 h 4962109"/>
              <a:gd name="connsiteX138" fmla="*/ 4696598 w 10534650"/>
              <a:gd name="connsiteY138" fmla="*/ 4792741 h 4962109"/>
              <a:gd name="connsiteX139" fmla="*/ 4546427 w 10534650"/>
              <a:gd name="connsiteY139" fmla="*/ 4804612 h 4962109"/>
              <a:gd name="connsiteX140" fmla="*/ 4519273 w 10534650"/>
              <a:gd name="connsiteY140" fmla="*/ 4797386 h 4962109"/>
              <a:gd name="connsiteX141" fmla="*/ 4363361 w 10534650"/>
              <a:gd name="connsiteY141" fmla="*/ 4781778 h 4962109"/>
              <a:gd name="connsiteX142" fmla="*/ 4329354 w 10534650"/>
              <a:gd name="connsiteY142" fmla="*/ 4779838 h 4962109"/>
              <a:gd name="connsiteX143" fmla="*/ 4239595 w 10534650"/>
              <a:gd name="connsiteY143" fmla="*/ 4751840 h 4962109"/>
              <a:gd name="connsiteX144" fmla="*/ 4096514 w 10534650"/>
              <a:gd name="connsiteY144" fmla="*/ 4776811 h 4962109"/>
              <a:gd name="connsiteX145" fmla="*/ 3961888 w 10534650"/>
              <a:gd name="connsiteY145" fmla="*/ 4811077 h 4962109"/>
              <a:gd name="connsiteX146" fmla="*/ 3944891 w 10534650"/>
              <a:gd name="connsiteY146" fmla="*/ 4815486 h 4962109"/>
              <a:gd name="connsiteX147" fmla="*/ 3896970 w 10534650"/>
              <a:gd name="connsiteY147" fmla="*/ 4821693 h 4962109"/>
              <a:gd name="connsiteX148" fmla="*/ 3838196 w 10534650"/>
              <a:gd name="connsiteY148" fmla="*/ 4821037 h 4962109"/>
              <a:gd name="connsiteX149" fmla="*/ 3800670 w 10534650"/>
              <a:gd name="connsiteY149" fmla="*/ 4823403 h 4962109"/>
              <a:gd name="connsiteX150" fmla="*/ 3797857 w 10534650"/>
              <a:gd name="connsiteY150" fmla="*/ 4823456 h 4962109"/>
              <a:gd name="connsiteX151" fmla="*/ 3740361 w 10534650"/>
              <a:gd name="connsiteY151" fmla="*/ 4819547 h 4962109"/>
              <a:gd name="connsiteX152" fmla="*/ 3733853 w 10534650"/>
              <a:gd name="connsiteY152" fmla="*/ 4818257 h 4962109"/>
              <a:gd name="connsiteX153" fmla="*/ 3704618 w 10534650"/>
              <a:gd name="connsiteY153" fmla="*/ 4809915 h 4962109"/>
              <a:gd name="connsiteX154" fmla="*/ 3622533 w 10534650"/>
              <a:gd name="connsiteY154" fmla="*/ 4789121 h 4962109"/>
              <a:gd name="connsiteX155" fmla="*/ 3545207 w 10534650"/>
              <a:gd name="connsiteY155" fmla="*/ 4769391 h 4962109"/>
              <a:gd name="connsiteX156" fmla="*/ 3519303 w 10534650"/>
              <a:gd name="connsiteY156" fmla="*/ 4784698 h 4962109"/>
              <a:gd name="connsiteX157" fmla="*/ 3480065 w 10534650"/>
              <a:gd name="connsiteY157" fmla="*/ 4796876 h 4962109"/>
              <a:gd name="connsiteX158" fmla="*/ 3438793 w 10534650"/>
              <a:gd name="connsiteY158" fmla="*/ 4776257 h 4962109"/>
              <a:gd name="connsiteX159" fmla="*/ 3341926 w 10534650"/>
              <a:gd name="connsiteY159" fmla="*/ 4732751 h 4962109"/>
              <a:gd name="connsiteX160" fmla="*/ 3279243 w 10534650"/>
              <a:gd name="connsiteY160" fmla="*/ 4726817 h 4962109"/>
              <a:gd name="connsiteX161" fmla="*/ 3143823 w 10534650"/>
              <a:gd name="connsiteY161" fmla="*/ 4701842 h 4962109"/>
              <a:gd name="connsiteX162" fmla="*/ 3056138 w 10534650"/>
              <a:gd name="connsiteY162" fmla="*/ 4673429 h 4962109"/>
              <a:gd name="connsiteX163" fmla="*/ 2993770 w 10534650"/>
              <a:gd name="connsiteY163" fmla="*/ 4643771 h 4962109"/>
              <a:gd name="connsiteX164" fmla="*/ 2904225 w 10534650"/>
              <a:gd name="connsiteY164" fmla="*/ 4604470 h 4962109"/>
              <a:gd name="connsiteX165" fmla="*/ 2813231 w 10534650"/>
              <a:gd name="connsiteY165" fmla="*/ 4581028 h 4962109"/>
              <a:gd name="connsiteX166" fmla="*/ 2748028 w 10534650"/>
              <a:gd name="connsiteY166" fmla="*/ 4554886 h 4962109"/>
              <a:gd name="connsiteX167" fmla="*/ 2667581 w 10534650"/>
              <a:gd name="connsiteY167" fmla="*/ 4534574 h 4962109"/>
              <a:gd name="connsiteX168" fmla="*/ 2599283 w 10534650"/>
              <a:gd name="connsiteY168" fmla="*/ 4529376 h 4962109"/>
              <a:gd name="connsiteX169" fmla="*/ 2491986 w 10534650"/>
              <a:gd name="connsiteY169" fmla="*/ 4524678 h 4962109"/>
              <a:gd name="connsiteX170" fmla="*/ 2363895 w 10534650"/>
              <a:gd name="connsiteY170" fmla="*/ 4471069 h 4962109"/>
              <a:gd name="connsiteX171" fmla="*/ 2311566 w 10534650"/>
              <a:gd name="connsiteY171" fmla="*/ 4457491 h 4962109"/>
              <a:gd name="connsiteX172" fmla="*/ 2262011 w 10534650"/>
              <a:gd name="connsiteY172" fmla="*/ 4449484 h 4962109"/>
              <a:gd name="connsiteX173" fmla="*/ 2158206 w 10534650"/>
              <a:gd name="connsiteY173" fmla="*/ 4412555 h 4962109"/>
              <a:gd name="connsiteX174" fmla="*/ 2115838 w 10534650"/>
              <a:gd name="connsiteY174" fmla="*/ 4399840 h 4962109"/>
              <a:gd name="connsiteX175" fmla="*/ 2055614 w 10534650"/>
              <a:gd name="connsiteY175" fmla="*/ 4395932 h 4962109"/>
              <a:gd name="connsiteX176" fmla="*/ 1947021 w 10534650"/>
              <a:gd name="connsiteY176" fmla="*/ 4374820 h 4962109"/>
              <a:gd name="connsiteX177" fmla="*/ 1840396 w 10534650"/>
              <a:gd name="connsiteY177" fmla="*/ 4327492 h 4962109"/>
              <a:gd name="connsiteX178" fmla="*/ 1793775 w 10534650"/>
              <a:gd name="connsiteY178" fmla="*/ 4328221 h 4962109"/>
              <a:gd name="connsiteX179" fmla="*/ 1777216 w 10534650"/>
              <a:gd name="connsiteY179" fmla="*/ 4326168 h 4962109"/>
              <a:gd name="connsiteX180" fmla="*/ 1629295 w 10534650"/>
              <a:gd name="connsiteY180" fmla="*/ 4294032 h 4962109"/>
              <a:gd name="connsiteX181" fmla="*/ 1614496 w 10534650"/>
              <a:gd name="connsiteY181" fmla="*/ 4290614 h 4962109"/>
              <a:gd name="connsiteX182" fmla="*/ 1545646 w 10534650"/>
              <a:gd name="connsiteY182" fmla="*/ 4266265 h 4962109"/>
              <a:gd name="connsiteX183" fmla="*/ 1369537 w 10534650"/>
              <a:gd name="connsiteY183" fmla="*/ 4242047 h 4962109"/>
              <a:gd name="connsiteX184" fmla="*/ 1358743 w 10534650"/>
              <a:gd name="connsiteY184" fmla="*/ 4239828 h 4962109"/>
              <a:gd name="connsiteX185" fmla="*/ 1298789 w 10534650"/>
              <a:gd name="connsiteY185" fmla="*/ 4245587 h 4962109"/>
              <a:gd name="connsiteX186" fmla="*/ 1268483 w 10534650"/>
              <a:gd name="connsiteY186" fmla="*/ 4257443 h 4962109"/>
              <a:gd name="connsiteX187" fmla="*/ 1221700 w 10534650"/>
              <a:gd name="connsiteY187" fmla="*/ 4268736 h 4962109"/>
              <a:gd name="connsiteX188" fmla="*/ 1174793 w 10534650"/>
              <a:gd name="connsiteY188" fmla="*/ 4270928 h 4962109"/>
              <a:gd name="connsiteX189" fmla="*/ 1098150 w 10534650"/>
              <a:gd name="connsiteY189" fmla="*/ 4243822 h 4962109"/>
              <a:gd name="connsiteX190" fmla="*/ 1069859 w 10534650"/>
              <a:gd name="connsiteY190" fmla="*/ 4239673 h 4962109"/>
              <a:gd name="connsiteX191" fmla="*/ 1007226 w 10534650"/>
              <a:gd name="connsiteY191" fmla="*/ 4224839 h 4962109"/>
              <a:gd name="connsiteX192" fmla="*/ 951768 w 10534650"/>
              <a:gd name="connsiteY192" fmla="*/ 4221810 h 4962109"/>
              <a:gd name="connsiteX193" fmla="*/ 906114 w 10534650"/>
              <a:gd name="connsiteY193" fmla="*/ 4235593 h 4962109"/>
              <a:gd name="connsiteX194" fmla="*/ 841245 w 10534650"/>
              <a:gd name="connsiteY194" fmla="*/ 4234521 h 4962109"/>
              <a:gd name="connsiteX195" fmla="*/ 800332 w 10534650"/>
              <a:gd name="connsiteY195" fmla="*/ 4219495 h 4962109"/>
              <a:gd name="connsiteX196" fmla="*/ 791951 w 10534650"/>
              <a:gd name="connsiteY196" fmla="*/ 4217256 h 4962109"/>
              <a:gd name="connsiteX197" fmla="*/ 682847 w 10534650"/>
              <a:gd name="connsiteY197" fmla="*/ 4209095 h 4962109"/>
              <a:gd name="connsiteX198" fmla="*/ 544048 w 10534650"/>
              <a:gd name="connsiteY198" fmla="*/ 4236583 h 4962109"/>
              <a:gd name="connsiteX199" fmla="*/ 520986 w 10534650"/>
              <a:gd name="connsiteY199" fmla="*/ 4242810 h 4962109"/>
              <a:gd name="connsiteX200" fmla="*/ 410178 w 10534650"/>
              <a:gd name="connsiteY200" fmla="*/ 4248822 h 4962109"/>
              <a:gd name="connsiteX201" fmla="*/ 350333 w 10534650"/>
              <a:gd name="connsiteY201" fmla="*/ 4258484 h 4962109"/>
              <a:gd name="connsiteX202" fmla="*/ 307802 w 10534650"/>
              <a:gd name="connsiteY202" fmla="*/ 4256334 h 4962109"/>
              <a:gd name="connsiteX203" fmla="*/ 254816 w 10534650"/>
              <a:gd name="connsiteY203" fmla="*/ 4277037 h 4962109"/>
              <a:gd name="connsiteX204" fmla="*/ 237292 w 10534650"/>
              <a:gd name="connsiteY204" fmla="*/ 4286423 h 4962109"/>
              <a:gd name="connsiteX205" fmla="*/ 216734 w 10534650"/>
              <a:gd name="connsiteY205" fmla="*/ 4291334 h 4962109"/>
              <a:gd name="connsiteX206" fmla="*/ 124141 w 10534650"/>
              <a:gd name="connsiteY206" fmla="*/ 4305079 h 4962109"/>
              <a:gd name="connsiteX207" fmla="*/ 107121 w 10534650"/>
              <a:gd name="connsiteY207" fmla="*/ 4315238 h 4962109"/>
              <a:gd name="connsiteX208" fmla="*/ 95746 w 10534650"/>
              <a:gd name="connsiteY208" fmla="*/ 4321517 h 4962109"/>
              <a:gd name="connsiteX209" fmla="*/ 6292 w 10534650"/>
              <a:gd name="connsiteY209" fmla="*/ 4327311 h 4962109"/>
              <a:gd name="connsiteX210" fmla="*/ 1 w 10534650"/>
              <a:gd name="connsiteY210" fmla="*/ 4327851 h 496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0534650" h="4962109">
                <a:moveTo>
                  <a:pt x="6180200" y="4801197"/>
                </a:moveTo>
                <a:lnTo>
                  <a:pt x="6147637" y="4805291"/>
                </a:lnTo>
                <a:lnTo>
                  <a:pt x="6164640" y="4804893"/>
                </a:lnTo>
                <a:cubicBezTo>
                  <a:pt x="6170280" y="4804512"/>
                  <a:pt x="6175677" y="4803578"/>
                  <a:pt x="6180200" y="4801197"/>
                </a:cubicBezTo>
                <a:close/>
                <a:moveTo>
                  <a:pt x="5969537" y="4731750"/>
                </a:moveTo>
                <a:lnTo>
                  <a:pt x="5980870" y="4743324"/>
                </a:lnTo>
                <a:lnTo>
                  <a:pt x="5980870" y="4743323"/>
                </a:lnTo>
                <a:close/>
                <a:moveTo>
                  <a:pt x="6712815" y="4676908"/>
                </a:moveTo>
                <a:lnTo>
                  <a:pt x="6712815" y="4676909"/>
                </a:lnTo>
                <a:lnTo>
                  <a:pt x="6734605" y="4700281"/>
                </a:lnTo>
                <a:cubicBezTo>
                  <a:pt x="6728727" y="4693945"/>
                  <a:pt x="6722664" y="4687596"/>
                  <a:pt x="6712815" y="4676908"/>
                </a:cubicBezTo>
                <a:close/>
                <a:moveTo>
                  <a:pt x="5236566" y="4571169"/>
                </a:moveTo>
                <a:lnTo>
                  <a:pt x="5264294" y="4579674"/>
                </a:lnTo>
                <a:lnTo>
                  <a:pt x="5280204" y="4586908"/>
                </a:lnTo>
                <a:lnTo>
                  <a:pt x="5280336" y="4586967"/>
                </a:lnTo>
                <a:lnTo>
                  <a:pt x="5294396" y="4593609"/>
                </a:lnTo>
                <a:lnTo>
                  <a:pt x="5296104" y="4594130"/>
                </a:lnTo>
                <a:lnTo>
                  <a:pt x="5301566" y="4596610"/>
                </a:lnTo>
                <a:cubicBezTo>
                  <a:pt x="5308775" y="4599427"/>
                  <a:pt x="5316122" y="4601617"/>
                  <a:pt x="5323749" y="4602562"/>
                </a:cubicBezTo>
                <a:lnTo>
                  <a:pt x="5296104" y="4594130"/>
                </a:lnTo>
                <a:lnTo>
                  <a:pt x="5280336" y="4586967"/>
                </a:lnTo>
                <a:lnTo>
                  <a:pt x="5266003" y="4580197"/>
                </a:lnTo>
                <a:lnTo>
                  <a:pt x="5264294" y="4579674"/>
                </a:lnTo>
                <a:lnTo>
                  <a:pt x="5258823" y="4577184"/>
                </a:lnTo>
                <a:cubicBezTo>
                  <a:pt x="5251595" y="4574355"/>
                  <a:pt x="5244224" y="4572143"/>
                  <a:pt x="5236566" y="4571169"/>
                </a:cubicBezTo>
                <a:close/>
                <a:moveTo>
                  <a:pt x="5514391" y="4562409"/>
                </a:moveTo>
                <a:lnTo>
                  <a:pt x="5571581" y="4569638"/>
                </a:lnTo>
                <a:cubicBezTo>
                  <a:pt x="5561681" y="4566506"/>
                  <a:pt x="5551982" y="4564189"/>
                  <a:pt x="5542458" y="4562909"/>
                </a:cubicBezTo>
                <a:cubicBezTo>
                  <a:pt x="5532935" y="4561630"/>
                  <a:pt x="5523588" y="4561388"/>
                  <a:pt x="5514391" y="4562409"/>
                </a:cubicBezTo>
                <a:close/>
                <a:moveTo>
                  <a:pt x="3097094" y="4429045"/>
                </a:moveTo>
                <a:lnTo>
                  <a:pt x="3088347" y="4439791"/>
                </a:lnTo>
                <a:cubicBezTo>
                  <a:pt x="3083671" y="4447172"/>
                  <a:pt x="3078424" y="4452894"/>
                  <a:pt x="3072652" y="4457084"/>
                </a:cubicBezTo>
                <a:lnTo>
                  <a:pt x="3053825" y="4465207"/>
                </a:lnTo>
                <a:cubicBezTo>
                  <a:pt x="3067357" y="4462670"/>
                  <a:pt x="3078995" y="4454555"/>
                  <a:pt x="3088348" y="4439791"/>
                </a:cubicBezTo>
                <a:close/>
                <a:moveTo>
                  <a:pt x="4090071" y="4402823"/>
                </a:moveTo>
                <a:lnTo>
                  <a:pt x="4105672" y="4404644"/>
                </a:lnTo>
                <a:lnTo>
                  <a:pt x="4121173" y="4414076"/>
                </a:lnTo>
                <a:cubicBezTo>
                  <a:pt x="4116059" y="4409460"/>
                  <a:pt x="4110873" y="4406418"/>
                  <a:pt x="4105673" y="4404644"/>
                </a:cubicBezTo>
                <a:lnTo>
                  <a:pt x="4105672" y="4404644"/>
                </a:lnTo>
                <a:lnTo>
                  <a:pt x="4105672" y="4404644"/>
                </a:lnTo>
                <a:cubicBezTo>
                  <a:pt x="4100470" y="4402869"/>
                  <a:pt x="4095250" y="4402364"/>
                  <a:pt x="4090071" y="4402823"/>
                </a:cubicBezTo>
                <a:close/>
                <a:moveTo>
                  <a:pt x="3874703" y="4390456"/>
                </a:moveTo>
                <a:cubicBezTo>
                  <a:pt x="3888207" y="4407424"/>
                  <a:pt x="3904096" y="4414579"/>
                  <a:pt x="3921126" y="4417222"/>
                </a:cubicBezTo>
                <a:lnTo>
                  <a:pt x="3896594" y="4409211"/>
                </a:lnTo>
                <a:cubicBezTo>
                  <a:pt x="3888805" y="4404972"/>
                  <a:pt x="3881457" y="4398939"/>
                  <a:pt x="3874703" y="4390456"/>
                </a:cubicBezTo>
                <a:close/>
                <a:moveTo>
                  <a:pt x="7873706" y="4301238"/>
                </a:moveTo>
                <a:cubicBezTo>
                  <a:pt x="7879271" y="4306720"/>
                  <a:pt x="7885522" y="4312339"/>
                  <a:pt x="7892206" y="4317039"/>
                </a:cubicBezTo>
                <a:lnTo>
                  <a:pt x="7899880" y="4320773"/>
                </a:lnTo>
                <a:lnTo>
                  <a:pt x="7892205" y="4317038"/>
                </a:lnTo>
                <a:cubicBezTo>
                  <a:pt x="7885522" y="4312339"/>
                  <a:pt x="7879271" y="4306720"/>
                  <a:pt x="7873706" y="4301238"/>
                </a:cubicBezTo>
                <a:close/>
                <a:moveTo>
                  <a:pt x="1456506" y="3863438"/>
                </a:moveTo>
                <a:cubicBezTo>
                  <a:pt x="1451501" y="3864050"/>
                  <a:pt x="1446149" y="3865681"/>
                  <a:pt x="1442667" y="3867764"/>
                </a:cubicBezTo>
                <a:cubicBezTo>
                  <a:pt x="1425879" y="3877941"/>
                  <a:pt x="1411091" y="3885493"/>
                  <a:pt x="1397372" y="3890362"/>
                </a:cubicBezTo>
                <a:cubicBezTo>
                  <a:pt x="1411091" y="3885493"/>
                  <a:pt x="1425880" y="3877941"/>
                  <a:pt x="1442668" y="3867764"/>
                </a:cubicBezTo>
                <a:close/>
                <a:moveTo>
                  <a:pt x="1071905" y="3816123"/>
                </a:moveTo>
                <a:lnTo>
                  <a:pt x="1062478" y="3818725"/>
                </a:lnTo>
                <a:lnTo>
                  <a:pt x="1022563" y="3825445"/>
                </a:lnTo>
                <a:lnTo>
                  <a:pt x="1062480" y="3818725"/>
                </a:lnTo>
                <a:close/>
                <a:moveTo>
                  <a:pt x="1209869" y="3815014"/>
                </a:moveTo>
                <a:cubicBezTo>
                  <a:pt x="1227625" y="3817890"/>
                  <a:pt x="1245541" y="3819944"/>
                  <a:pt x="1257364" y="3832567"/>
                </a:cubicBezTo>
                <a:cubicBezTo>
                  <a:pt x="1245542" y="3819944"/>
                  <a:pt x="1227625" y="3817890"/>
                  <a:pt x="1209869" y="3815014"/>
                </a:cubicBezTo>
                <a:close/>
                <a:moveTo>
                  <a:pt x="0" y="0"/>
                </a:moveTo>
                <a:lnTo>
                  <a:pt x="10534650" y="0"/>
                </a:lnTo>
                <a:lnTo>
                  <a:pt x="10534650" y="3353931"/>
                </a:lnTo>
                <a:lnTo>
                  <a:pt x="10495227" y="3401247"/>
                </a:lnTo>
                <a:cubicBezTo>
                  <a:pt x="10485337" y="3413006"/>
                  <a:pt x="10476032" y="3427032"/>
                  <a:pt x="10463118" y="3434133"/>
                </a:cubicBezTo>
                <a:cubicBezTo>
                  <a:pt x="10436316" y="3449009"/>
                  <a:pt x="10407326" y="3460583"/>
                  <a:pt x="10378879" y="3472380"/>
                </a:cubicBezTo>
                <a:cubicBezTo>
                  <a:pt x="10354448" y="3482409"/>
                  <a:pt x="10328740" y="3489381"/>
                  <a:pt x="10304799" y="3500370"/>
                </a:cubicBezTo>
                <a:cubicBezTo>
                  <a:pt x="10285652" y="3509090"/>
                  <a:pt x="10268271" y="3521824"/>
                  <a:pt x="10250242" y="3533216"/>
                </a:cubicBezTo>
                <a:cubicBezTo>
                  <a:pt x="10234541" y="3543095"/>
                  <a:pt x="10217465" y="3551396"/>
                  <a:pt x="10204013" y="3563655"/>
                </a:cubicBezTo>
                <a:cubicBezTo>
                  <a:pt x="10171195" y="3593338"/>
                  <a:pt x="10138228" y="3622454"/>
                  <a:pt x="10098588" y="3643324"/>
                </a:cubicBezTo>
                <a:cubicBezTo>
                  <a:pt x="10059514" y="3664046"/>
                  <a:pt x="10022283" y="3687678"/>
                  <a:pt x="9983369" y="3708784"/>
                </a:cubicBezTo>
                <a:cubicBezTo>
                  <a:pt x="9945228" y="3729383"/>
                  <a:pt x="9910448" y="3752437"/>
                  <a:pt x="9888637" y="3792146"/>
                </a:cubicBezTo>
                <a:cubicBezTo>
                  <a:pt x="9878912" y="3809668"/>
                  <a:pt x="9865565" y="3828615"/>
                  <a:pt x="9848780" y="3838049"/>
                </a:cubicBezTo>
                <a:cubicBezTo>
                  <a:pt x="9824861" y="3851452"/>
                  <a:pt x="9795499" y="3854838"/>
                  <a:pt x="9769701" y="3865885"/>
                </a:cubicBezTo>
                <a:cubicBezTo>
                  <a:pt x="9739318" y="3878850"/>
                  <a:pt x="9704457" y="3889469"/>
                  <a:pt x="9682888" y="3911938"/>
                </a:cubicBezTo>
                <a:cubicBezTo>
                  <a:pt x="9663714" y="3931973"/>
                  <a:pt x="9644670" y="3947376"/>
                  <a:pt x="9620297" y="3959262"/>
                </a:cubicBezTo>
                <a:cubicBezTo>
                  <a:pt x="9603219" y="3967566"/>
                  <a:pt x="9589864" y="3983912"/>
                  <a:pt x="9572344" y="3990515"/>
                </a:cubicBezTo>
                <a:cubicBezTo>
                  <a:pt x="9549293" y="3999339"/>
                  <a:pt x="9526207" y="4005934"/>
                  <a:pt x="9505537" y="4020672"/>
                </a:cubicBezTo>
                <a:cubicBezTo>
                  <a:pt x="9484091" y="4035912"/>
                  <a:pt x="9460115" y="4047456"/>
                  <a:pt x="9437819" y="4061525"/>
                </a:cubicBezTo>
                <a:cubicBezTo>
                  <a:pt x="9425990" y="4069070"/>
                  <a:pt x="9416013" y="4079339"/>
                  <a:pt x="9404527" y="4087281"/>
                </a:cubicBezTo>
                <a:cubicBezTo>
                  <a:pt x="9383500" y="4101807"/>
                  <a:pt x="9362130" y="4115940"/>
                  <a:pt x="9340611" y="4129506"/>
                </a:cubicBezTo>
                <a:cubicBezTo>
                  <a:pt x="9319094" y="4143075"/>
                  <a:pt x="9298336" y="4159103"/>
                  <a:pt x="9275062" y="4168468"/>
                </a:cubicBezTo>
                <a:cubicBezTo>
                  <a:pt x="9235393" y="4184326"/>
                  <a:pt x="9192714" y="4192558"/>
                  <a:pt x="9154049" y="4209968"/>
                </a:cubicBezTo>
                <a:cubicBezTo>
                  <a:pt x="9114807" y="4227709"/>
                  <a:pt x="9077428" y="4250775"/>
                  <a:pt x="9041981" y="4275454"/>
                </a:cubicBezTo>
                <a:cubicBezTo>
                  <a:pt x="9013941" y="4294886"/>
                  <a:pt x="8987577" y="4314247"/>
                  <a:pt x="8953407" y="4322870"/>
                </a:cubicBezTo>
                <a:cubicBezTo>
                  <a:pt x="8934339" y="4327698"/>
                  <a:pt x="8913858" y="4339665"/>
                  <a:pt x="8901537" y="4354413"/>
                </a:cubicBezTo>
                <a:cubicBezTo>
                  <a:pt x="8874858" y="4386553"/>
                  <a:pt x="8842027" y="4408257"/>
                  <a:pt x="8805370" y="4426175"/>
                </a:cubicBezTo>
                <a:cubicBezTo>
                  <a:pt x="8756414" y="4450307"/>
                  <a:pt x="8707976" y="4475033"/>
                  <a:pt x="8658874" y="4498599"/>
                </a:cubicBezTo>
                <a:cubicBezTo>
                  <a:pt x="8629907" y="4512587"/>
                  <a:pt x="8601063" y="4527509"/>
                  <a:pt x="8570718" y="4537136"/>
                </a:cubicBezTo>
                <a:cubicBezTo>
                  <a:pt x="8508693" y="4557041"/>
                  <a:pt x="8445428" y="4573334"/>
                  <a:pt x="8382959" y="4591539"/>
                </a:cubicBezTo>
                <a:cubicBezTo>
                  <a:pt x="8362523" y="4597385"/>
                  <a:pt x="8342983" y="4606448"/>
                  <a:pt x="8322237" y="4611347"/>
                </a:cubicBezTo>
                <a:cubicBezTo>
                  <a:pt x="8299794" y="4616686"/>
                  <a:pt x="8276017" y="4617112"/>
                  <a:pt x="8253574" y="4622451"/>
                </a:cubicBezTo>
                <a:cubicBezTo>
                  <a:pt x="8216238" y="4631231"/>
                  <a:pt x="8179798" y="4643227"/>
                  <a:pt x="8142452" y="4652191"/>
                </a:cubicBezTo>
                <a:cubicBezTo>
                  <a:pt x="8070405" y="4669374"/>
                  <a:pt x="7998236" y="4685619"/>
                  <a:pt x="7926082" y="4701680"/>
                </a:cubicBezTo>
                <a:cubicBezTo>
                  <a:pt x="7910636" y="4705085"/>
                  <a:pt x="7894160" y="4704520"/>
                  <a:pt x="7878875" y="4708305"/>
                </a:cubicBezTo>
                <a:cubicBezTo>
                  <a:pt x="7838286" y="4718535"/>
                  <a:pt x="7797807" y="4729883"/>
                  <a:pt x="7757501" y="4741432"/>
                </a:cubicBezTo>
                <a:cubicBezTo>
                  <a:pt x="7733086" y="4748492"/>
                  <a:pt x="7709086" y="4757622"/>
                  <a:pt x="7684511" y="4764301"/>
                </a:cubicBezTo>
                <a:cubicBezTo>
                  <a:pt x="7664851" y="4769644"/>
                  <a:pt x="7644738" y="4773472"/>
                  <a:pt x="7624515" y="4776179"/>
                </a:cubicBezTo>
                <a:cubicBezTo>
                  <a:pt x="7607100" y="4778522"/>
                  <a:pt x="7589211" y="4776933"/>
                  <a:pt x="7571930" y="4780027"/>
                </a:cubicBezTo>
                <a:cubicBezTo>
                  <a:pt x="7525162" y="4788350"/>
                  <a:pt x="7478851" y="4798192"/>
                  <a:pt x="7432402" y="4807278"/>
                </a:cubicBezTo>
                <a:cubicBezTo>
                  <a:pt x="7413794" y="4810838"/>
                  <a:pt x="7394900" y="4813080"/>
                  <a:pt x="7376754" y="4817968"/>
                </a:cubicBezTo>
                <a:cubicBezTo>
                  <a:pt x="7328196" y="4830812"/>
                  <a:pt x="7280227" y="4845917"/>
                  <a:pt x="7231546" y="4857825"/>
                </a:cubicBezTo>
                <a:cubicBezTo>
                  <a:pt x="7191170" y="4867696"/>
                  <a:pt x="7149922" y="4873983"/>
                  <a:pt x="7109089" y="4882341"/>
                </a:cubicBezTo>
                <a:cubicBezTo>
                  <a:pt x="7091771" y="4885988"/>
                  <a:pt x="7075053" y="4891717"/>
                  <a:pt x="7057788" y="4894624"/>
                </a:cubicBezTo>
                <a:cubicBezTo>
                  <a:pt x="7019113" y="4901273"/>
                  <a:pt x="6979984" y="4906404"/>
                  <a:pt x="6941125" y="4913041"/>
                </a:cubicBezTo>
                <a:cubicBezTo>
                  <a:pt x="6918968" y="4916914"/>
                  <a:pt x="6897260" y="4925088"/>
                  <a:pt x="6874857" y="4927091"/>
                </a:cubicBezTo>
                <a:cubicBezTo>
                  <a:pt x="6821656" y="4931824"/>
                  <a:pt x="6768247" y="4934130"/>
                  <a:pt x="6714789" y="4937175"/>
                </a:cubicBezTo>
                <a:cubicBezTo>
                  <a:pt x="6659657" y="4940292"/>
                  <a:pt x="6604682" y="4943792"/>
                  <a:pt x="6549597" y="4946170"/>
                </a:cubicBezTo>
                <a:cubicBezTo>
                  <a:pt x="6519465" y="4947276"/>
                  <a:pt x="6489322" y="4945783"/>
                  <a:pt x="6459201" y="4946704"/>
                </a:cubicBezTo>
                <a:cubicBezTo>
                  <a:pt x="6432800" y="4947508"/>
                  <a:pt x="6406432" y="4950539"/>
                  <a:pt x="6379993" y="4951898"/>
                </a:cubicBezTo>
                <a:cubicBezTo>
                  <a:pt x="6357100" y="4952937"/>
                  <a:pt x="6334097" y="4952858"/>
                  <a:pt x="6311205" y="4953901"/>
                </a:cubicBezTo>
                <a:cubicBezTo>
                  <a:pt x="6274532" y="4955673"/>
                  <a:pt x="6238005" y="4958014"/>
                  <a:pt x="6201505" y="4959986"/>
                </a:cubicBezTo>
                <a:cubicBezTo>
                  <a:pt x="6186248" y="4960620"/>
                  <a:pt x="6170049" y="4964157"/>
                  <a:pt x="6156018" y="4960421"/>
                </a:cubicBezTo>
                <a:cubicBezTo>
                  <a:pt x="6120663" y="4950966"/>
                  <a:pt x="6085248" y="4950600"/>
                  <a:pt x="6049276" y="4952977"/>
                </a:cubicBezTo>
                <a:cubicBezTo>
                  <a:pt x="6036975" y="4953812"/>
                  <a:pt x="6023887" y="4952550"/>
                  <a:pt x="6012280" y="4948608"/>
                </a:cubicBezTo>
                <a:cubicBezTo>
                  <a:pt x="5988511" y="4940682"/>
                  <a:pt x="5965659" y="4930223"/>
                  <a:pt x="5942361" y="4920847"/>
                </a:cubicBezTo>
                <a:cubicBezTo>
                  <a:pt x="5939837" y="4919748"/>
                  <a:pt x="5936711" y="4919348"/>
                  <a:pt x="5933980" y="4918608"/>
                </a:cubicBezTo>
                <a:cubicBezTo>
                  <a:pt x="5918490" y="4914400"/>
                  <a:pt x="5903193" y="4910205"/>
                  <a:pt x="5887681" y="4906368"/>
                </a:cubicBezTo>
                <a:cubicBezTo>
                  <a:pt x="5879287" y="4904312"/>
                  <a:pt x="5870619" y="4903538"/>
                  <a:pt x="5862209" y="4901667"/>
                </a:cubicBezTo>
                <a:cubicBezTo>
                  <a:pt x="5829686" y="4894261"/>
                  <a:pt x="5792897" y="4900480"/>
                  <a:pt x="5765973" y="4876200"/>
                </a:cubicBezTo>
                <a:cubicBezTo>
                  <a:pt x="5748483" y="4860538"/>
                  <a:pt x="5730341" y="4862645"/>
                  <a:pt x="5710431" y="4863519"/>
                </a:cubicBezTo>
                <a:cubicBezTo>
                  <a:pt x="5695357" y="4864163"/>
                  <a:pt x="5680064" y="4862567"/>
                  <a:pt x="5664908" y="4861723"/>
                </a:cubicBezTo>
                <a:cubicBezTo>
                  <a:pt x="5638275" y="4860468"/>
                  <a:pt x="5611666" y="4858845"/>
                  <a:pt x="5585007" y="4857960"/>
                </a:cubicBezTo>
                <a:cubicBezTo>
                  <a:pt x="5576485" y="4857752"/>
                  <a:pt x="5567492" y="4861780"/>
                  <a:pt x="5559231" y="4860477"/>
                </a:cubicBezTo>
                <a:cubicBezTo>
                  <a:pt x="5521053" y="4854355"/>
                  <a:pt x="5483013" y="4846202"/>
                  <a:pt x="5444811" y="4840451"/>
                </a:cubicBezTo>
                <a:cubicBezTo>
                  <a:pt x="5423144" y="4837123"/>
                  <a:pt x="5400557" y="4839112"/>
                  <a:pt x="5379124" y="4835057"/>
                </a:cubicBezTo>
                <a:cubicBezTo>
                  <a:pt x="5354393" y="4830408"/>
                  <a:pt x="5330529" y="4821180"/>
                  <a:pt x="5306093" y="4814877"/>
                </a:cubicBezTo>
                <a:cubicBezTo>
                  <a:pt x="5299348" y="4813123"/>
                  <a:pt x="5291662" y="4814270"/>
                  <a:pt x="5284433" y="4814147"/>
                </a:cubicBezTo>
                <a:cubicBezTo>
                  <a:pt x="5276282" y="4813965"/>
                  <a:pt x="5268291" y="4814164"/>
                  <a:pt x="5260152" y="4813796"/>
                </a:cubicBezTo>
                <a:cubicBezTo>
                  <a:pt x="5235376" y="4812484"/>
                  <a:pt x="5210666" y="4810246"/>
                  <a:pt x="5185829" y="4809858"/>
                </a:cubicBezTo>
                <a:cubicBezTo>
                  <a:pt x="5170634" y="4809567"/>
                  <a:pt x="5154236" y="4816059"/>
                  <a:pt x="5140387" y="4812334"/>
                </a:cubicBezTo>
                <a:cubicBezTo>
                  <a:pt x="5112124" y="4805032"/>
                  <a:pt x="5082682" y="4815092"/>
                  <a:pt x="5054734" y="4803174"/>
                </a:cubicBezTo>
                <a:cubicBezTo>
                  <a:pt x="5046067" y="4799616"/>
                  <a:pt x="5033378" y="4806174"/>
                  <a:pt x="5022638" y="4805814"/>
                </a:cubicBezTo>
                <a:cubicBezTo>
                  <a:pt x="4995795" y="4804917"/>
                  <a:pt x="4969030" y="4802912"/>
                  <a:pt x="4942261" y="4800907"/>
                </a:cubicBezTo>
                <a:cubicBezTo>
                  <a:pt x="4918263" y="4799091"/>
                  <a:pt x="4893154" y="4799980"/>
                  <a:pt x="4870420" y="4793240"/>
                </a:cubicBezTo>
                <a:cubicBezTo>
                  <a:pt x="4846600" y="4786056"/>
                  <a:pt x="4824759" y="4785313"/>
                  <a:pt x="4800874" y="4789997"/>
                </a:cubicBezTo>
                <a:cubicBezTo>
                  <a:pt x="4784518" y="4793152"/>
                  <a:pt x="4767488" y="4792551"/>
                  <a:pt x="4750778" y="4792713"/>
                </a:cubicBezTo>
                <a:cubicBezTo>
                  <a:pt x="4732764" y="4792973"/>
                  <a:pt x="4713264" y="4787751"/>
                  <a:pt x="4696598" y="4792741"/>
                </a:cubicBezTo>
                <a:cubicBezTo>
                  <a:pt x="4646976" y="4807551"/>
                  <a:pt x="4597032" y="4808052"/>
                  <a:pt x="4546427" y="4804612"/>
                </a:cubicBezTo>
                <a:cubicBezTo>
                  <a:pt x="4537191" y="4803984"/>
                  <a:pt x="4527947" y="4800760"/>
                  <a:pt x="4519273" y="4797386"/>
                </a:cubicBezTo>
                <a:cubicBezTo>
                  <a:pt x="4468687" y="4777248"/>
                  <a:pt x="4416689" y="4775196"/>
                  <a:pt x="4363361" y="4781778"/>
                </a:cubicBezTo>
                <a:cubicBezTo>
                  <a:pt x="4352313" y="4783253"/>
                  <a:pt x="4340098" y="4782794"/>
                  <a:pt x="4329354" y="4779838"/>
                </a:cubicBezTo>
                <a:cubicBezTo>
                  <a:pt x="4299132" y="4771288"/>
                  <a:pt x="4270125" y="4758554"/>
                  <a:pt x="4239595" y="4751840"/>
                </a:cubicBezTo>
                <a:cubicBezTo>
                  <a:pt x="4189137" y="4740803"/>
                  <a:pt x="4143262" y="4763288"/>
                  <a:pt x="4096514" y="4776811"/>
                </a:cubicBezTo>
                <a:cubicBezTo>
                  <a:pt x="4052043" y="4789559"/>
                  <a:pt x="4012695" y="4822508"/>
                  <a:pt x="3961888" y="4811077"/>
                </a:cubicBezTo>
                <a:cubicBezTo>
                  <a:pt x="3956768" y="4809986"/>
                  <a:pt x="3950703" y="4814584"/>
                  <a:pt x="3944891" y="4815486"/>
                </a:cubicBezTo>
                <a:cubicBezTo>
                  <a:pt x="3928953" y="4817931"/>
                  <a:pt x="3912968" y="4821109"/>
                  <a:pt x="3896970" y="4821693"/>
                </a:cubicBezTo>
                <a:cubicBezTo>
                  <a:pt x="3877426" y="4822591"/>
                  <a:pt x="3857714" y="4820509"/>
                  <a:pt x="3838196" y="4821037"/>
                </a:cubicBezTo>
                <a:cubicBezTo>
                  <a:pt x="3825655" y="4821298"/>
                  <a:pt x="3813141" y="4822487"/>
                  <a:pt x="3800670" y="4823403"/>
                </a:cubicBezTo>
                <a:lnTo>
                  <a:pt x="3797857" y="4823456"/>
                </a:lnTo>
                <a:lnTo>
                  <a:pt x="3740361" y="4819547"/>
                </a:lnTo>
                <a:lnTo>
                  <a:pt x="3733853" y="4818257"/>
                </a:lnTo>
                <a:cubicBezTo>
                  <a:pt x="3724094" y="4815461"/>
                  <a:pt x="3714384" y="4812250"/>
                  <a:pt x="3704618" y="4809915"/>
                </a:cubicBezTo>
                <a:cubicBezTo>
                  <a:pt x="3677042" y="4803402"/>
                  <a:pt x="3646294" y="4802610"/>
                  <a:pt x="3622533" y="4789121"/>
                </a:cubicBezTo>
                <a:cubicBezTo>
                  <a:pt x="3597163" y="4774778"/>
                  <a:pt x="3572619" y="4767358"/>
                  <a:pt x="3545207" y="4769391"/>
                </a:cubicBezTo>
                <a:cubicBezTo>
                  <a:pt x="3536068" y="4770067"/>
                  <a:pt x="3523903" y="4777034"/>
                  <a:pt x="3519303" y="4784698"/>
                </a:cubicBezTo>
                <a:cubicBezTo>
                  <a:pt x="3509045" y="4801815"/>
                  <a:pt x="3496459" y="4804113"/>
                  <a:pt x="3480065" y="4796876"/>
                </a:cubicBezTo>
                <a:cubicBezTo>
                  <a:pt x="3465826" y="4790712"/>
                  <a:pt x="3448089" y="4786910"/>
                  <a:pt x="3438793" y="4776257"/>
                </a:cubicBezTo>
                <a:cubicBezTo>
                  <a:pt x="3412454" y="4746079"/>
                  <a:pt x="3376501" y="4742708"/>
                  <a:pt x="3341926" y="4732751"/>
                </a:cubicBezTo>
                <a:cubicBezTo>
                  <a:pt x="3320818" y="4726675"/>
                  <a:pt x="3300881" y="4725135"/>
                  <a:pt x="3279243" y="4726817"/>
                </a:cubicBezTo>
                <a:cubicBezTo>
                  <a:pt x="3232227" y="4730673"/>
                  <a:pt x="3187653" y="4717623"/>
                  <a:pt x="3143823" y="4701842"/>
                </a:cubicBezTo>
                <a:cubicBezTo>
                  <a:pt x="3114850" y="4691337"/>
                  <a:pt x="3084913" y="4684106"/>
                  <a:pt x="3056138" y="4673429"/>
                </a:cubicBezTo>
                <a:cubicBezTo>
                  <a:pt x="3034612" y="4665286"/>
                  <a:pt x="3013174" y="4655850"/>
                  <a:pt x="2993770" y="4643771"/>
                </a:cubicBezTo>
                <a:cubicBezTo>
                  <a:pt x="2965655" y="4626086"/>
                  <a:pt x="2941776" y="4600714"/>
                  <a:pt x="2904225" y="4604470"/>
                </a:cubicBezTo>
                <a:cubicBezTo>
                  <a:pt x="2871157" y="4607788"/>
                  <a:pt x="2842399" y="4594145"/>
                  <a:pt x="2813231" y="4581028"/>
                </a:cubicBezTo>
                <a:cubicBezTo>
                  <a:pt x="2791804" y="4571408"/>
                  <a:pt x="2770396" y="4561601"/>
                  <a:pt x="2748028" y="4554886"/>
                </a:cubicBezTo>
                <a:cubicBezTo>
                  <a:pt x="2721475" y="4546959"/>
                  <a:pt x="2690826" y="4547473"/>
                  <a:pt x="2667581" y="4534574"/>
                </a:cubicBezTo>
                <a:cubicBezTo>
                  <a:pt x="2643266" y="4521045"/>
                  <a:pt x="2621858" y="4527570"/>
                  <a:pt x="2599283" y="4529376"/>
                </a:cubicBezTo>
                <a:cubicBezTo>
                  <a:pt x="2563287" y="4532123"/>
                  <a:pt x="2527170" y="4539316"/>
                  <a:pt x="2491986" y="4524678"/>
                </a:cubicBezTo>
                <a:cubicBezTo>
                  <a:pt x="2449219" y="4506927"/>
                  <a:pt x="2406896" y="4488094"/>
                  <a:pt x="2363895" y="4471069"/>
                </a:cubicBezTo>
                <a:cubicBezTo>
                  <a:pt x="2347265" y="4464556"/>
                  <a:pt x="2329135" y="4461097"/>
                  <a:pt x="2311566" y="4457491"/>
                </a:cubicBezTo>
                <a:cubicBezTo>
                  <a:pt x="2294899" y="4454317"/>
                  <a:pt x="2274416" y="4458121"/>
                  <a:pt x="2262011" y="4449484"/>
                </a:cubicBezTo>
                <a:cubicBezTo>
                  <a:pt x="2230123" y="4427279"/>
                  <a:pt x="2196623" y="4415167"/>
                  <a:pt x="2158206" y="4412555"/>
                </a:cubicBezTo>
                <a:cubicBezTo>
                  <a:pt x="2143798" y="4411575"/>
                  <a:pt x="2130327" y="4402309"/>
                  <a:pt x="2115838" y="4399840"/>
                </a:cubicBezTo>
                <a:cubicBezTo>
                  <a:pt x="2096014" y="4396637"/>
                  <a:pt x="2073451" y="4390093"/>
                  <a:pt x="2055614" y="4395932"/>
                </a:cubicBezTo>
                <a:cubicBezTo>
                  <a:pt x="2013667" y="4409780"/>
                  <a:pt x="1981552" y="4393679"/>
                  <a:pt x="1947021" y="4374820"/>
                </a:cubicBezTo>
                <a:cubicBezTo>
                  <a:pt x="1913035" y="4356182"/>
                  <a:pt x="1876975" y="4340743"/>
                  <a:pt x="1840396" y="4327492"/>
                </a:cubicBezTo>
                <a:cubicBezTo>
                  <a:pt x="1826623" y="4322661"/>
                  <a:pt x="1809379" y="4327983"/>
                  <a:pt x="1793775" y="4328221"/>
                </a:cubicBezTo>
                <a:cubicBezTo>
                  <a:pt x="1788208" y="4328213"/>
                  <a:pt x="1782076" y="4328353"/>
                  <a:pt x="1777216" y="4326168"/>
                </a:cubicBezTo>
                <a:cubicBezTo>
                  <a:pt x="1730217" y="4305160"/>
                  <a:pt x="1682189" y="4288351"/>
                  <a:pt x="1629295" y="4294032"/>
                </a:cubicBezTo>
                <a:cubicBezTo>
                  <a:pt x="1624431" y="4294630"/>
                  <a:pt x="1619210" y="4292232"/>
                  <a:pt x="1614496" y="4290614"/>
                </a:cubicBezTo>
                <a:cubicBezTo>
                  <a:pt x="1591493" y="4282369"/>
                  <a:pt x="1569306" y="4270287"/>
                  <a:pt x="1545646" y="4266265"/>
                </a:cubicBezTo>
                <a:cubicBezTo>
                  <a:pt x="1487316" y="4256363"/>
                  <a:pt x="1428380" y="4249943"/>
                  <a:pt x="1369537" y="4242047"/>
                </a:cubicBezTo>
                <a:cubicBezTo>
                  <a:pt x="1365856" y="4241612"/>
                  <a:pt x="1361977" y="4241349"/>
                  <a:pt x="1358743" y="4239828"/>
                </a:cubicBezTo>
                <a:cubicBezTo>
                  <a:pt x="1337488" y="4230405"/>
                  <a:pt x="1318289" y="4231698"/>
                  <a:pt x="1298789" y="4245587"/>
                </a:cubicBezTo>
                <a:cubicBezTo>
                  <a:pt x="1290211" y="4251684"/>
                  <a:pt x="1278891" y="4254440"/>
                  <a:pt x="1268483" y="4257443"/>
                </a:cubicBezTo>
                <a:cubicBezTo>
                  <a:pt x="1253144" y="4261967"/>
                  <a:pt x="1237453" y="4266280"/>
                  <a:pt x="1221700" y="4268736"/>
                </a:cubicBezTo>
                <a:cubicBezTo>
                  <a:pt x="1206144" y="4271017"/>
                  <a:pt x="1189393" y="4274515"/>
                  <a:pt x="1174793" y="4270928"/>
                </a:cubicBezTo>
                <a:cubicBezTo>
                  <a:pt x="1148512" y="4264504"/>
                  <a:pt x="1123910" y="4252440"/>
                  <a:pt x="1098150" y="4243822"/>
                </a:cubicBezTo>
                <a:cubicBezTo>
                  <a:pt x="1089264" y="4240805"/>
                  <a:pt x="1079265" y="4240499"/>
                  <a:pt x="1069859" y="4239673"/>
                </a:cubicBezTo>
                <a:cubicBezTo>
                  <a:pt x="1048286" y="4237650"/>
                  <a:pt x="1025759" y="4241499"/>
                  <a:pt x="1007226" y="4224839"/>
                </a:cubicBezTo>
                <a:cubicBezTo>
                  <a:pt x="990106" y="4209202"/>
                  <a:pt x="971530" y="4212206"/>
                  <a:pt x="951768" y="4221810"/>
                </a:cubicBezTo>
                <a:cubicBezTo>
                  <a:pt x="937572" y="4228639"/>
                  <a:pt x="921644" y="4233679"/>
                  <a:pt x="906114" y="4235593"/>
                </a:cubicBezTo>
                <a:cubicBezTo>
                  <a:pt x="884782" y="4238224"/>
                  <a:pt x="863800" y="4238468"/>
                  <a:pt x="841245" y="4234521"/>
                </a:cubicBezTo>
                <a:cubicBezTo>
                  <a:pt x="825289" y="4231767"/>
                  <a:pt x="812226" y="4230137"/>
                  <a:pt x="800332" y="4219495"/>
                </a:cubicBezTo>
                <a:cubicBezTo>
                  <a:pt x="798402" y="4217879"/>
                  <a:pt x="794734" y="4217259"/>
                  <a:pt x="791951" y="4217256"/>
                </a:cubicBezTo>
                <a:cubicBezTo>
                  <a:pt x="755353" y="4217923"/>
                  <a:pt x="719451" y="4213811"/>
                  <a:pt x="682847" y="4209095"/>
                </a:cubicBezTo>
                <a:cubicBezTo>
                  <a:pt x="636323" y="4202966"/>
                  <a:pt x="586603" y="4208305"/>
                  <a:pt x="544048" y="4236583"/>
                </a:cubicBezTo>
                <a:cubicBezTo>
                  <a:pt x="537823" y="4240799"/>
                  <a:pt x="528820" y="4242229"/>
                  <a:pt x="520986" y="4242810"/>
                </a:cubicBezTo>
                <a:cubicBezTo>
                  <a:pt x="484092" y="4245125"/>
                  <a:pt x="447111" y="4245951"/>
                  <a:pt x="410178" y="4248822"/>
                </a:cubicBezTo>
                <a:cubicBezTo>
                  <a:pt x="390031" y="4250420"/>
                  <a:pt x="368985" y="4251587"/>
                  <a:pt x="350333" y="4258484"/>
                </a:cubicBezTo>
                <a:cubicBezTo>
                  <a:pt x="332065" y="4265218"/>
                  <a:pt x="317199" y="4273672"/>
                  <a:pt x="307802" y="4256334"/>
                </a:cubicBezTo>
                <a:cubicBezTo>
                  <a:pt x="288364" y="4263918"/>
                  <a:pt x="271422" y="4270190"/>
                  <a:pt x="254816" y="4277037"/>
                </a:cubicBezTo>
                <a:cubicBezTo>
                  <a:pt x="248704" y="4279592"/>
                  <a:pt x="243390" y="4284054"/>
                  <a:pt x="237292" y="4286423"/>
                </a:cubicBezTo>
                <a:cubicBezTo>
                  <a:pt x="230810" y="4288952"/>
                  <a:pt x="223666" y="4290321"/>
                  <a:pt x="216734" y="4291334"/>
                </a:cubicBezTo>
                <a:cubicBezTo>
                  <a:pt x="185806" y="4295911"/>
                  <a:pt x="154918" y="4299934"/>
                  <a:pt x="124141" y="4305079"/>
                </a:cubicBezTo>
                <a:cubicBezTo>
                  <a:pt x="118127" y="4306154"/>
                  <a:pt x="112739" y="4311724"/>
                  <a:pt x="107121" y="4315238"/>
                </a:cubicBezTo>
                <a:cubicBezTo>
                  <a:pt x="103434" y="4317587"/>
                  <a:pt x="99664" y="4321227"/>
                  <a:pt x="95746" y="4321517"/>
                </a:cubicBezTo>
                <a:cubicBezTo>
                  <a:pt x="65894" y="4323941"/>
                  <a:pt x="36179" y="4327118"/>
                  <a:pt x="6292" y="4327311"/>
                </a:cubicBezTo>
                <a:lnTo>
                  <a:pt x="1" y="4327851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7066" y="1263652"/>
            <a:ext cx="6561534" cy="180677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4900">
                <a:solidFill>
                  <a:schemeClr val="bg1"/>
                </a:solidFill>
              </a:rPr>
              <a:t>Unit 19: Business Intelligence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4685" y="3451428"/>
            <a:ext cx="5899547" cy="884538"/>
          </a:xfrm>
        </p:spPr>
        <p:txBody>
          <a:bodyPr wrap="square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500" dirty="0">
                <a:solidFill>
                  <a:schemeClr val="bg1"/>
                </a:solidFill>
              </a:rPr>
              <a:t>Cristian Danci – SmartDrive Technologies</a:t>
            </a:r>
          </a:p>
          <a:p>
            <a:pPr algn="l">
              <a:lnSpc>
                <a:spcPct val="90000"/>
              </a:lnSpc>
            </a:pPr>
            <a:r>
              <a:rPr lang="en-GB" sz="2500" dirty="0">
                <a:solidFill>
                  <a:schemeClr val="bg1"/>
                </a:solidFill>
              </a:rPr>
              <a:t>G235006 Junior Data Analyst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579200-569C-441E-840B-B8541A01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3630" y="3637714"/>
            <a:ext cx="7859836" cy="2198910"/>
            <a:chOff x="839281" y="3610818"/>
            <a:chExt cx="10479782" cy="219891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EB88F5-C5AF-4DC0-A8DF-1B824164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9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16618E-4C0F-42EC-BE06-F84BE1E7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8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Digital financial graph">
            <a:extLst>
              <a:ext uri="{FF2B5EF4-FFF2-40B4-BE49-F238E27FC236}">
                <a16:creationId xmlns:a16="http://schemas.microsoft.com/office/drawing/2014/main" id="{D5707B1B-6314-46E2-2F28-FB33483C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03" r="25716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500" dirty="0"/>
              <a:t>SmartDrive Technologies &amp; My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1700"/>
              <a:t>• EV manufacturer expanding globally</a:t>
            </a:r>
          </a:p>
          <a:p>
            <a:r>
              <a:rPr lang="en-GB" sz="1700"/>
              <a:t>• Role: Junior Data Analyst</a:t>
            </a:r>
          </a:p>
          <a:p>
            <a:r>
              <a:rPr lang="en-GB" sz="1700"/>
              <a:t>• Task: Identify top EV-ready countries using BI</a:t>
            </a:r>
          </a:p>
          <a:p>
            <a:r>
              <a:rPr lang="en-GB" sz="1700"/>
              <a:t>• Produce dashboards + critical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500" dirty="0"/>
              <a:t>Business Processes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 dirty="0"/>
              <a:t>Business &amp; supporting processes for EV market selection</a:t>
            </a:r>
          </a:p>
          <a:p>
            <a:r>
              <a:rPr lang="en-GB" sz="1700" dirty="0"/>
              <a:t>Differentiation of unstructured vs semi-structured data</a:t>
            </a:r>
          </a:p>
          <a:p>
            <a:r>
              <a:rPr lang="en-GB" sz="1700" dirty="0"/>
              <a:t>Processes: Data Collection → Analysis → Ranking → Reporting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E9461919-F539-CA0B-675F-FA50CA41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39" r="3204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Process Diagram</a:t>
            </a:r>
          </a:p>
        </p:txBody>
      </p:sp>
      <p:pic>
        <p:nvPicPr>
          <p:cNvPr id="4" name="Content Placeholder 3" descr="Business diagram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37048" y="1966293"/>
            <a:ext cx="6669902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3200" dirty="0">
                <a:solidFill>
                  <a:srgbClr val="FFFFFF"/>
                </a:solidFill>
              </a:rPr>
              <a:t>BI Tools &amp; Decision Levels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240240-FFC9-D7DA-4E55-28D268017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30554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ETL Process Initial Dataset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4EC1C0C-4F08-B8FB-7F32-1182AE69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75956"/>
            <a:ext cx="9143997" cy="5282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2026D-084B-D315-04E6-114376A3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Cleaned Data in Excel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95C0A1-1DD5-5F4E-89D0-67CAD28A6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74310"/>
            <a:ext cx="9143999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7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Creating a Blank Report Canvas in PowerBI</a:t>
            </a:r>
          </a:p>
        </p:txBody>
      </p:sp>
      <p:pic>
        <p:nvPicPr>
          <p:cNvPr id="4" name="Picture 3" descr="Sign in to Power B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2" y="1386348"/>
            <a:ext cx="6115047" cy="3478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Connecting Data Source to PowerBI</a:t>
            </a:r>
          </a:p>
        </p:txBody>
      </p:sp>
      <p:pic>
        <p:nvPicPr>
          <p:cNvPr id="4" name="Content Placeholder 3" descr="SS2 Connect to Data via Excel Workbook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30556" y="1592827"/>
            <a:ext cx="6113443" cy="3238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Initial Power BI Dashboard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63217-D3CB-B629-5E6B-D035A4CB0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21" y="1904819"/>
            <a:ext cx="5419311" cy="3048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FC627-2E92-6CFE-E99F-2F427820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Test plan for designed Dashboard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5DEACE-141E-6E6E-2298-AC05DB06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01621"/>
              </p:ext>
            </p:extLst>
          </p:nvPr>
        </p:nvGraphicFramePr>
        <p:xfrm>
          <a:off x="482600" y="2154022"/>
          <a:ext cx="8178802" cy="343661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75885">
                  <a:extLst>
                    <a:ext uri="{9D8B030D-6E8A-4147-A177-3AD203B41FA5}">
                      <a16:colId xmlns:a16="http://schemas.microsoft.com/office/drawing/2014/main" val="641875195"/>
                    </a:ext>
                  </a:extLst>
                </a:gridCol>
                <a:gridCol w="1575885">
                  <a:extLst>
                    <a:ext uri="{9D8B030D-6E8A-4147-A177-3AD203B41FA5}">
                      <a16:colId xmlns:a16="http://schemas.microsoft.com/office/drawing/2014/main" val="3033807458"/>
                    </a:ext>
                  </a:extLst>
                </a:gridCol>
                <a:gridCol w="1669469">
                  <a:extLst>
                    <a:ext uri="{9D8B030D-6E8A-4147-A177-3AD203B41FA5}">
                      <a16:colId xmlns:a16="http://schemas.microsoft.com/office/drawing/2014/main" val="1581683431"/>
                    </a:ext>
                  </a:extLst>
                </a:gridCol>
                <a:gridCol w="1687579">
                  <a:extLst>
                    <a:ext uri="{9D8B030D-6E8A-4147-A177-3AD203B41FA5}">
                      <a16:colId xmlns:a16="http://schemas.microsoft.com/office/drawing/2014/main" val="4159776439"/>
                    </a:ext>
                  </a:extLst>
                </a:gridCol>
                <a:gridCol w="1669984">
                  <a:extLst>
                    <a:ext uri="{9D8B030D-6E8A-4147-A177-3AD203B41FA5}">
                      <a16:colId xmlns:a16="http://schemas.microsoft.com/office/drawing/2014/main" val="4200036793"/>
                    </a:ext>
                  </a:extLst>
                </a:gridCol>
              </a:tblGrid>
              <a:tr h="345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30">
                          <a:solidFill>
                            <a:schemeClr val="tx1"/>
                          </a:solidFill>
                        </a:rPr>
                        <a:t>Test Case</a:t>
                      </a:r>
                    </a:p>
                  </a:txBody>
                  <a:tcPr marL="0" marR="9282" marT="30627" marB="3062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30">
                          <a:solidFill>
                            <a:schemeClr val="tx1"/>
                          </a:solidFill>
                        </a:rPr>
                        <a:t>Test Area</a:t>
                      </a:r>
                    </a:p>
                  </a:txBody>
                  <a:tcPr marL="0" marR="9282" marT="30627" marB="3062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3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0" marR="9282" marT="30627" marB="3062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30">
                          <a:solidFill>
                            <a:schemeClr val="tx1"/>
                          </a:solidFill>
                        </a:rPr>
                        <a:t>Expected Result</a:t>
                      </a:r>
                    </a:p>
                  </a:txBody>
                  <a:tcPr marL="0" marR="9282" marT="30627" marB="3062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30">
                          <a:solidFill>
                            <a:schemeClr val="tx1"/>
                          </a:solidFill>
                        </a:rPr>
                        <a:t>Actual Result</a:t>
                      </a:r>
                    </a:p>
                  </a:txBody>
                  <a:tcPr marL="0" marR="9282" marT="30627" marB="3062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679682"/>
                  </a:ext>
                </a:extLst>
              </a:tr>
              <a:tr h="655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Data Accuracy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Confirm visual values match cleaned dataset after ETL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All chart and map values correctly reflect cleaned data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✔ Matches cleaned dataset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2547"/>
                  </a:ext>
                </a:extLst>
              </a:tr>
              <a:tr h="655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Filters/Slicers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Ensure slicers correctly filter all visuals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All visuals update instantly and consistently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✔ Filters work correctly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966731"/>
                  </a:ext>
                </a:extLst>
              </a:tr>
              <a:tr h="655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Visual Interactivity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Check cross-filtering between visuals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Clicking a country updates all related visuals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✔ Interactivity works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17364"/>
                  </a:ext>
                </a:extLst>
              </a:tr>
              <a:tr h="655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Map Visual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Validate country mapping and bubble sizes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No location errors; bubble sizes correct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✔ Map renders correctly</a:t>
                      </a:r>
                    </a:p>
                  </a:txBody>
                  <a:tcPr marL="46408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671694"/>
                  </a:ext>
                </a:extLst>
              </a:tr>
              <a:tr h="469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GB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Dashboard Performance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Test speed and responsiveness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Loads in 1–3 seconds, smooth updates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>
                          <a:solidFill>
                            <a:schemeClr val="tx1"/>
                          </a:solidFill>
                        </a:rPr>
                        <a:t>✔ Performance stable</a:t>
                      </a:r>
                    </a:p>
                  </a:txBody>
                  <a:tcPr marL="0" marR="61254" marT="30627" marB="306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16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97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48E2B9-DA8D-3AA7-DF54-F2656E8168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21058" r="394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Refinement &amp; Feedback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590D1A-50E4-963C-7FB3-2AFEDCB70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74949"/>
              </p:ext>
            </p:extLst>
          </p:nvPr>
        </p:nvGraphicFramePr>
        <p:xfrm>
          <a:off x="0" y="1386348"/>
          <a:ext cx="9144000" cy="5471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0C6D8-8EA9-C1ED-8970-9A2DA266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Refined PowerBI Dashboard</a:t>
            </a:r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6D14EF91-7E58-7118-1033-3E812AA62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30556" y="1891271"/>
            <a:ext cx="6113443" cy="307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7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Customisations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147FB-4044-9DA5-DF94-F0FF8424F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7727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63CD3-B330-2375-0089-CB434F46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Customised Dashboard 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460441D-79D4-1E6D-86A6-A401676C2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2" y="1600200"/>
            <a:ext cx="9144001" cy="5257800"/>
          </a:xfrm>
        </p:spPr>
      </p:pic>
    </p:spTree>
    <p:extLst>
      <p:ext uri="{BB962C8B-B14F-4D97-AF65-F5344CB8AC3E}">
        <p14:creationId xmlns:p14="http://schemas.microsoft.com/office/powerpoint/2010/main" val="410599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Critical Review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5AD709-B059-4AD0-5E02-2F0C5FE48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2773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7F0D7A8-A8F6-DEF1-4F5B-9E6B925CEDE1}"/>
              </a:ext>
            </a:extLst>
          </p:cNvPr>
          <p:cNvSpPr txBox="1"/>
          <p:nvPr/>
        </p:nvSpPr>
        <p:spPr>
          <a:xfrm>
            <a:off x="0" y="639702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(Marr, 2015)(Kolb, 2013)(World Bank, 2023)(Our World in Data, 2024)(Boyer, 2010)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548167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3200" dirty="0">
                <a:solidFill>
                  <a:srgbClr val="FFFFFF"/>
                </a:solidFill>
              </a:rPr>
              <a:t>Legal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A104C2-42FE-FCE7-9479-8C4D2A25B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93537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F20C83-DA26-A56A-8DA9-E0F2EE429E4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1DFF1B-8F16-A8F2-2DBD-FD2C6D162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2852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2CDE44B7-27C9-08DC-441A-3B8FF981C8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01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Boyer, J. (2010) </a:t>
            </a:r>
            <a:r>
              <a:rPr lang="en-GB" i="1" dirty="0"/>
              <a:t>Business Intelligence Strategy</a:t>
            </a:r>
            <a:r>
              <a:rPr lang="en-GB" dirty="0"/>
              <a:t>. MC Press.</a:t>
            </a:r>
            <a:br>
              <a:rPr lang="en-GB" dirty="0"/>
            </a:br>
            <a:r>
              <a:rPr lang="en-GB" dirty="0"/>
              <a:t>International Energy Agency (2023) </a:t>
            </a:r>
            <a:r>
              <a:rPr lang="en-GB" i="1" dirty="0"/>
              <a:t>Global CO₂ Emissions Report</a:t>
            </a:r>
            <a:r>
              <a:rPr lang="en-GB" dirty="0"/>
              <a:t>. IEA.</a:t>
            </a:r>
            <a:br>
              <a:rPr lang="en-GB" dirty="0"/>
            </a:br>
            <a:r>
              <a:rPr lang="en-GB" dirty="0"/>
              <a:t>Marr, B. (2015) </a:t>
            </a:r>
            <a:r>
              <a:rPr lang="en-GB" i="1" dirty="0"/>
              <a:t>Big Data: Using Smart Big Data, Analytics and Metrics to Make Better Decisions</a:t>
            </a:r>
            <a:r>
              <a:rPr lang="en-GB" dirty="0"/>
              <a:t>. Wiley.</a:t>
            </a:r>
            <a:br>
              <a:rPr lang="en-GB" dirty="0"/>
            </a:br>
            <a:r>
              <a:rPr lang="en-GB" dirty="0"/>
              <a:t>Our World in Data (2023) </a:t>
            </a:r>
            <a:r>
              <a:rPr lang="en-GB" i="1" dirty="0"/>
              <a:t>CO₂ Emissions Dataset</a:t>
            </a:r>
            <a:r>
              <a:rPr lang="en-GB" dirty="0"/>
              <a:t>. Available at: </a:t>
            </a:r>
            <a:r>
              <a:rPr lang="en-GB" dirty="0">
                <a:hlinkClick r:id="rId3"/>
              </a:rPr>
              <a:t>https://ourworldindata.org</a:t>
            </a:r>
            <a:r>
              <a:rPr lang="en-GB" dirty="0"/>
              <a:t> (Accessed: 2025).</a:t>
            </a:r>
            <a:br>
              <a:rPr lang="en-GB" dirty="0"/>
            </a:br>
            <a:r>
              <a:rPr lang="en-GB" dirty="0"/>
              <a:t>Tesla (2024) </a:t>
            </a:r>
            <a:r>
              <a:rPr lang="en-GB" i="1" dirty="0"/>
              <a:t>Annual Impact Report</a:t>
            </a:r>
            <a:r>
              <a:rPr lang="en-GB" dirty="0"/>
              <a:t>. Tesla Inc.</a:t>
            </a:r>
            <a:br>
              <a:rPr lang="en-GB" dirty="0"/>
            </a:br>
            <a:r>
              <a:rPr lang="en-GB" dirty="0"/>
              <a:t>Toyota (2024) </a:t>
            </a:r>
            <a:r>
              <a:rPr lang="en-GB" i="1" dirty="0"/>
              <a:t>Sustainability &amp; Environmental Data Book</a:t>
            </a:r>
            <a:r>
              <a:rPr lang="en-GB" dirty="0"/>
              <a:t>. Toyota Motor Corporation.</a:t>
            </a:r>
            <a:br>
              <a:rPr lang="en-GB" dirty="0"/>
            </a:br>
            <a:r>
              <a:rPr lang="en-GB" dirty="0"/>
              <a:t>Volkswagen Group (2024) </a:t>
            </a:r>
            <a:r>
              <a:rPr lang="en-GB" i="1" dirty="0"/>
              <a:t>Data-Driven Manufacturing and Analytics Overview</a:t>
            </a:r>
            <a:r>
              <a:rPr lang="en-GB" dirty="0"/>
              <a:t>. Volkswagen AG.</a:t>
            </a:r>
            <a:br>
              <a:rPr lang="en-GB" dirty="0"/>
            </a:br>
            <a:r>
              <a:rPr lang="en-GB" dirty="0"/>
              <a:t>World Bank (2024) </a:t>
            </a:r>
            <a:r>
              <a:rPr lang="en-GB" i="1" dirty="0"/>
              <a:t>World Development Indicators – Energy Use &amp; GDP</a:t>
            </a:r>
            <a:r>
              <a:rPr lang="en-GB" dirty="0"/>
              <a:t>. </a:t>
            </a:r>
            <a:r>
              <a:rPr lang="en-GB"/>
              <a:t>World Bank Group.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1529</Words>
  <Application>Microsoft Office PowerPoint</Application>
  <PresentationFormat>On-screen Show (4:3)</PresentationFormat>
  <Paragraphs>121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Unit 19: Business Intelligence Presentation</vt:lpstr>
      <vt:lpstr>SmartDrive Technologies &amp; My Role</vt:lpstr>
      <vt:lpstr>Business Processes </vt:lpstr>
      <vt:lpstr>Business Process Diagram</vt:lpstr>
      <vt:lpstr>BI Tools &amp; Decision Levels </vt:lpstr>
      <vt:lpstr>ETL Process Initial Dataset</vt:lpstr>
      <vt:lpstr>Cleaned Data in Excel</vt:lpstr>
      <vt:lpstr>Creating a Blank Report Canvas in PowerBI</vt:lpstr>
      <vt:lpstr>Connecting Data Source to PowerBI</vt:lpstr>
      <vt:lpstr>Initial Power BI Dashboard</vt:lpstr>
      <vt:lpstr>Test plan for designed Dashboard</vt:lpstr>
      <vt:lpstr>Refinement &amp; Feedback </vt:lpstr>
      <vt:lpstr>Refined PowerBI Dashboard</vt:lpstr>
      <vt:lpstr>Customisations</vt:lpstr>
      <vt:lpstr>Customised Dashboard </vt:lpstr>
      <vt:lpstr>Critical Review </vt:lpstr>
      <vt:lpstr>Legal Impact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Danci</dc:creator>
  <cp:keywords/>
  <dc:description>generated using python-pptx</dc:description>
  <cp:lastModifiedBy>Cristian Danci</cp:lastModifiedBy>
  <cp:revision>19</cp:revision>
  <dcterms:created xsi:type="dcterms:W3CDTF">2013-01-27T09:14:16Z</dcterms:created>
  <dcterms:modified xsi:type="dcterms:W3CDTF">2025-11-25T13:27:56Z</dcterms:modified>
  <cp:category/>
</cp:coreProperties>
</file>