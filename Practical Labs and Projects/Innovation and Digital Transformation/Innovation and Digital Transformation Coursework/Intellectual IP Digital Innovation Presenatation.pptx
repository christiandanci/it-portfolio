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636F44-940E-495C-96F8-C3E7DCA6AC7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02A881-D827-4B0F-9A0C-14A320A3578D}">
      <dgm:prSet/>
      <dgm:spPr/>
      <dgm:t>
        <a:bodyPr/>
        <a:lstStyle/>
        <a:p>
          <a:r>
            <a:rPr lang="en-GB"/>
            <a:t>Key Tools for Developing, Retaining, and Protecting Knowledge</a:t>
          </a:r>
          <a:endParaRPr lang="en-US"/>
        </a:p>
      </dgm:t>
    </dgm:pt>
    <dgm:pt modelId="{23FAC507-CE49-4BA9-ABEC-756ACB66F312}" type="parTrans" cxnId="{1DBB735C-CE5B-49F3-8E6F-F95A98F313DE}">
      <dgm:prSet/>
      <dgm:spPr/>
      <dgm:t>
        <a:bodyPr/>
        <a:lstStyle/>
        <a:p>
          <a:endParaRPr lang="en-US"/>
        </a:p>
      </dgm:t>
    </dgm:pt>
    <dgm:pt modelId="{6160AC52-F2B4-4DF9-9DF0-C17E650F5F5A}" type="sibTrans" cxnId="{1DBB735C-CE5B-49F3-8E6F-F95A98F313DE}">
      <dgm:prSet/>
      <dgm:spPr/>
      <dgm:t>
        <a:bodyPr/>
        <a:lstStyle/>
        <a:p>
          <a:endParaRPr lang="en-US"/>
        </a:p>
      </dgm:t>
    </dgm:pt>
    <dgm:pt modelId="{400D8394-27A3-4865-AD27-9A80A6B26C05}">
      <dgm:prSet/>
      <dgm:spPr/>
      <dgm:t>
        <a:bodyPr/>
        <a:lstStyle/>
        <a:p>
          <a:r>
            <a:rPr lang="en-GB"/>
            <a:t>Key Tools for Developing, Retaining, and Protecting Knowledge</a:t>
          </a:r>
          <a:endParaRPr lang="en-US"/>
        </a:p>
      </dgm:t>
    </dgm:pt>
    <dgm:pt modelId="{AF1EFBDE-9DA6-44EE-87EE-B689A7C91B80}" type="parTrans" cxnId="{BD4E451D-FE28-4AF0-97CA-2538F731FE3E}">
      <dgm:prSet/>
      <dgm:spPr/>
      <dgm:t>
        <a:bodyPr/>
        <a:lstStyle/>
        <a:p>
          <a:endParaRPr lang="en-US"/>
        </a:p>
      </dgm:t>
    </dgm:pt>
    <dgm:pt modelId="{328ACE4E-4D3C-4F54-9BF9-6AA0B1190503}" type="sibTrans" cxnId="{BD4E451D-FE28-4AF0-97CA-2538F731FE3E}">
      <dgm:prSet/>
      <dgm:spPr/>
      <dgm:t>
        <a:bodyPr/>
        <a:lstStyle/>
        <a:p>
          <a:endParaRPr lang="en-US"/>
        </a:p>
      </dgm:t>
    </dgm:pt>
    <dgm:pt modelId="{BA3465E8-89ED-489B-BCD4-AB3746E2B74B}" type="pres">
      <dgm:prSet presAssocID="{52636F44-940E-495C-96F8-C3E7DCA6AC70}" presName="root" presStyleCnt="0">
        <dgm:presLayoutVars>
          <dgm:dir/>
          <dgm:resizeHandles val="exact"/>
        </dgm:presLayoutVars>
      </dgm:prSet>
      <dgm:spPr/>
    </dgm:pt>
    <dgm:pt modelId="{9827C6E8-1B49-45B1-BF76-A7417FCC3310}" type="pres">
      <dgm:prSet presAssocID="{A002A881-D827-4B0F-9A0C-14A320A3578D}" presName="compNode" presStyleCnt="0"/>
      <dgm:spPr/>
    </dgm:pt>
    <dgm:pt modelId="{ED353C1B-0563-4824-A6BE-636D704AE4E1}" type="pres">
      <dgm:prSet presAssocID="{A002A881-D827-4B0F-9A0C-14A320A3578D}" presName="bgRect" presStyleLbl="bgShp" presStyleIdx="0" presStyleCnt="2"/>
      <dgm:spPr/>
    </dgm:pt>
    <dgm:pt modelId="{9C929F05-73E5-42F3-AE95-7F8423E0651E}" type="pres">
      <dgm:prSet presAssocID="{A002A881-D827-4B0F-9A0C-14A320A3578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B1659C5-B001-4C0F-9028-151630A238E7}" type="pres">
      <dgm:prSet presAssocID="{A002A881-D827-4B0F-9A0C-14A320A3578D}" presName="spaceRect" presStyleCnt="0"/>
      <dgm:spPr/>
    </dgm:pt>
    <dgm:pt modelId="{18C51043-1509-48F3-B6B5-1A77DD864380}" type="pres">
      <dgm:prSet presAssocID="{A002A881-D827-4B0F-9A0C-14A320A3578D}" presName="parTx" presStyleLbl="revTx" presStyleIdx="0" presStyleCnt="2">
        <dgm:presLayoutVars>
          <dgm:chMax val="0"/>
          <dgm:chPref val="0"/>
        </dgm:presLayoutVars>
      </dgm:prSet>
      <dgm:spPr/>
    </dgm:pt>
    <dgm:pt modelId="{1C1EB29F-6F2F-4A70-B65F-B0792B824EA1}" type="pres">
      <dgm:prSet presAssocID="{6160AC52-F2B4-4DF9-9DF0-C17E650F5F5A}" presName="sibTrans" presStyleCnt="0"/>
      <dgm:spPr/>
    </dgm:pt>
    <dgm:pt modelId="{35D24926-E4E1-408F-BA46-A5465127038D}" type="pres">
      <dgm:prSet presAssocID="{400D8394-27A3-4865-AD27-9A80A6B26C05}" presName="compNode" presStyleCnt="0"/>
      <dgm:spPr/>
    </dgm:pt>
    <dgm:pt modelId="{9E208620-6452-4152-88EE-12184C3426EA}" type="pres">
      <dgm:prSet presAssocID="{400D8394-27A3-4865-AD27-9A80A6B26C05}" presName="bgRect" presStyleLbl="bgShp" presStyleIdx="1" presStyleCnt="2"/>
      <dgm:spPr/>
    </dgm:pt>
    <dgm:pt modelId="{2EC94EF1-5C84-45DB-BD57-1315314EEC1C}" type="pres">
      <dgm:prSet presAssocID="{400D8394-27A3-4865-AD27-9A80A6B26C0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9674AFF-60F9-460D-909A-B2980709F47B}" type="pres">
      <dgm:prSet presAssocID="{400D8394-27A3-4865-AD27-9A80A6B26C05}" presName="spaceRect" presStyleCnt="0"/>
      <dgm:spPr/>
    </dgm:pt>
    <dgm:pt modelId="{21BF27F5-7196-4FED-9A5D-3576CC91309E}" type="pres">
      <dgm:prSet presAssocID="{400D8394-27A3-4865-AD27-9A80A6B26C0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D4E451D-FE28-4AF0-97CA-2538F731FE3E}" srcId="{52636F44-940E-495C-96F8-C3E7DCA6AC70}" destId="{400D8394-27A3-4865-AD27-9A80A6B26C05}" srcOrd="1" destOrd="0" parTransId="{AF1EFBDE-9DA6-44EE-87EE-B689A7C91B80}" sibTransId="{328ACE4E-4D3C-4F54-9BF9-6AA0B1190503}"/>
    <dgm:cxn modelId="{819A3021-7FCB-4D63-ADA2-AE4106067475}" type="presOf" srcId="{A002A881-D827-4B0F-9A0C-14A320A3578D}" destId="{18C51043-1509-48F3-B6B5-1A77DD864380}" srcOrd="0" destOrd="0" presId="urn:microsoft.com/office/officeart/2018/2/layout/IconVerticalSolidList"/>
    <dgm:cxn modelId="{779F3832-6E93-41BC-8690-272E69BE26CA}" type="presOf" srcId="{400D8394-27A3-4865-AD27-9A80A6B26C05}" destId="{21BF27F5-7196-4FED-9A5D-3576CC91309E}" srcOrd="0" destOrd="0" presId="urn:microsoft.com/office/officeart/2018/2/layout/IconVerticalSolidList"/>
    <dgm:cxn modelId="{1DBB735C-CE5B-49F3-8E6F-F95A98F313DE}" srcId="{52636F44-940E-495C-96F8-C3E7DCA6AC70}" destId="{A002A881-D827-4B0F-9A0C-14A320A3578D}" srcOrd="0" destOrd="0" parTransId="{23FAC507-CE49-4BA9-ABEC-756ACB66F312}" sibTransId="{6160AC52-F2B4-4DF9-9DF0-C17E650F5F5A}"/>
    <dgm:cxn modelId="{22966660-E910-4144-95AA-510BCCC3912B}" type="presOf" srcId="{52636F44-940E-495C-96F8-C3E7DCA6AC70}" destId="{BA3465E8-89ED-489B-BCD4-AB3746E2B74B}" srcOrd="0" destOrd="0" presId="urn:microsoft.com/office/officeart/2018/2/layout/IconVerticalSolidList"/>
    <dgm:cxn modelId="{B5DE71C2-19B6-420A-8F06-E8049A946A2F}" type="presParOf" srcId="{BA3465E8-89ED-489B-BCD4-AB3746E2B74B}" destId="{9827C6E8-1B49-45B1-BF76-A7417FCC3310}" srcOrd="0" destOrd="0" presId="urn:microsoft.com/office/officeart/2018/2/layout/IconVerticalSolidList"/>
    <dgm:cxn modelId="{BF36061A-5C5D-4403-9C1F-68F2845DDB8F}" type="presParOf" srcId="{9827C6E8-1B49-45B1-BF76-A7417FCC3310}" destId="{ED353C1B-0563-4824-A6BE-636D704AE4E1}" srcOrd="0" destOrd="0" presId="urn:microsoft.com/office/officeart/2018/2/layout/IconVerticalSolidList"/>
    <dgm:cxn modelId="{A379FE5C-7D03-4B7B-BCC4-24F7BE1D5A22}" type="presParOf" srcId="{9827C6E8-1B49-45B1-BF76-A7417FCC3310}" destId="{9C929F05-73E5-42F3-AE95-7F8423E0651E}" srcOrd="1" destOrd="0" presId="urn:microsoft.com/office/officeart/2018/2/layout/IconVerticalSolidList"/>
    <dgm:cxn modelId="{E1D26747-9067-4C86-9F1A-3D6C74CF3EFB}" type="presParOf" srcId="{9827C6E8-1B49-45B1-BF76-A7417FCC3310}" destId="{3B1659C5-B001-4C0F-9028-151630A238E7}" srcOrd="2" destOrd="0" presId="urn:microsoft.com/office/officeart/2018/2/layout/IconVerticalSolidList"/>
    <dgm:cxn modelId="{C8BBB616-56AD-4BC8-9B30-70F0CAA9D3CC}" type="presParOf" srcId="{9827C6E8-1B49-45B1-BF76-A7417FCC3310}" destId="{18C51043-1509-48F3-B6B5-1A77DD864380}" srcOrd="3" destOrd="0" presId="urn:microsoft.com/office/officeart/2018/2/layout/IconVerticalSolidList"/>
    <dgm:cxn modelId="{AA4433DF-96D9-461E-A9AE-970529F0A3B5}" type="presParOf" srcId="{BA3465E8-89ED-489B-BCD4-AB3746E2B74B}" destId="{1C1EB29F-6F2F-4A70-B65F-B0792B824EA1}" srcOrd="1" destOrd="0" presId="urn:microsoft.com/office/officeart/2018/2/layout/IconVerticalSolidList"/>
    <dgm:cxn modelId="{41B7AF89-C03A-4F6A-A2A2-6FE3FB765361}" type="presParOf" srcId="{BA3465E8-89ED-489B-BCD4-AB3746E2B74B}" destId="{35D24926-E4E1-408F-BA46-A5465127038D}" srcOrd="2" destOrd="0" presId="urn:microsoft.com/office/officeart/2018/2/layout/IconVerticalSolidList"/>
    <dgm:cxn modelId="{D106020A-E8C3-4030-91A5-9C2AFBFB77F0}" type="presParOf" srcId="{35D24926-E4E1-408F-BA46-A5465127038D}" destId="{9E208620-6452-4152-88EE-12184C3426EA}" srcOrd="0" destOrd="0" presId="urn:microsoft.com/office/officeart/2018/2/layout/IconVerticalSolidList"/>
    <dgm:cxn modelId="{E1AF8538-AC86-4EFE-A97B-354BF78C8F71}" type="presParOf" srcId="{35D24926-E4E1-408F-BA46-A5465127038D}" destId="{2EC94EF1-5C84-45DB-BD57-1315314EEC1C}" srcOrd="1" destOrd="0" presId="urn:microsoft.com/office/officeart/2018/2/layout/IconVerticalSolidList"/>
    <dgm:cxn modelId="{DC3CEABA-4CB2-4ADF-A55F-C4FA73741BCF}" type="presParOf" srcId="{35D24926-E4E1-408F-BA46-A5465127038D}" destId="{D9674AFF-60F9-460D-909A-B2980709F47B}" srcOrd="2" destOrd="0" presId="urn:microsoft.com/office/officeart/2018/2/layout/IconVerticalSolidList"/>
    <dgm:cxn modelId="{D7911F7C-CEE5-4935-B1E7-08643E00832E}" type="presParOf" srcId="{35D24926-E4E1-408F-BA46-A5465127038D}" destId="{21BF27F5-7196-4FED-9A5D-3576CC9130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B2511E-86C0-47C1-AF1A-D253CD7105F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5F317A-2274-4F68-8187-10A06247DF11}">
      <dgm:prSet/>
      <dgm:spPr/>
      <dgm:t>
        <a:bodyPr/>
        <a:lstStyle/>
        <a:p>
          <a:r>
            <a:rPr lang="en-GB"/>
            <a:t>Intellectual Property (IP) refers to creations of the mind, such as inventions, literary and artistic works, designs, symbols, names, and images used in commerce.</a:t>
          </a:r>
          <a:endParaRPr lang="en-US"/>
        </a:p>
      </dgm:t>
    </dgm:pt>
    <dgm:pt modelId="{7C9927F1-895E-464A-9BAB-667E652D3DCF}" type="parTrans" cxnId="{4C23C85D-7993-46B2-A9F8-CC279672DFD7}">
      <dgm:prSet/>
      <dgm:spPr/>
      <dgm:t>
        <a:bodyPr/>
        <a:lstStyle/>
        <a:p>
          <a:endParaRPr lang="en-US"/>
        </a:p>
      </dgm:t>
    </dgm:pt>
    <dgm:pt modelId="{D9C94757-547C-41D8-A543-AA3CA66417DD}" type="sibTrans" cxnId="{4C23C85D-7993-46B2-A9F8-CC279672DFD7}">
      <dgm:prSet/>
      <dgm:spPr/>
      <dgm:t>
        <a:bodyPr/>
        <a:lstStyle/>
        <a:p>
          <a:endParaRPr lang="en-US"/>
        </a:p>
      </dgm:t>
    </dgm:pt>
    <dgm:pt modelId="{5C585CC5-1108-4E41-BECA-8A9F60E9C9C4}">
      <dgm:prSet/>
      <dgm:spPr/>
      <dgm:t>
        <a:bodyPr/>
        <a:lstStyle/>
        <a:p>
          <a:r>
            <a:rPr lang="en-GB"/>
            <a:t>Organizations use IP tools to safeguard their innovations and maintain a competitive edge.</a:t>
          </a:r>
          <a:endParaRPr lang="en-US"/>
        </a:p>
      </dgm:t>
    </dgm:pt>
    <dgm:pt modelId="{C40653A1-6F33-463D-BE53-FA5254499F59}" type="parTrans" cxnId="{82B0A3F6-71AD-4912-94CA-CF59247444FB}">
      <dgm:prSet/>
      <dgm:spPr/>
      <dgm:t>
        <a:bodyPr/>
        <a:lstStyle/>
        <a:p>
          <a:endParaRPr lang="en-US"/>
        </a:p>
      </dgm:t>
    </dgm:pt>
    <dgm:pt modelId="{CFE0713B-0020-483C-86F9-574E5007ED41}" type="sibTrans" cxnId="{82B0A3F6-71AD-4912-94CA-CF59247444FB}">
      <dgm:prSet/>
      <dgm:spPr/>
      <dgm:t>
        <a:bodyPr/>
        <a:lstStyle/>
        <a:p>
          <a:endParaRPr lang="en-US"/>
        </a:p>
      </dgm:t>
    </dgm:pt>
    <dgm:pt modelId="{C00A5E9D-5601-4BFE-95E2-C93E3362F67B}">
      <dgm:prSet/>
      <dgm:spPr/>
      <dgm:t>
        <a:bodyPr/>
        <a:lstStyle/>
        <a:p>
          <a:r>
            <a:rPr lang="en-GB"/>
            <a:t>This presentation explores key IP tools: copyrights, trademarks, design rights, and patents.</a:t>
          </a:r>
          <a:endParaRPr lang="en-US"/>
        </a:p>
      </dgm:t>
    </dgm:pt>
    <dgm:pt modelId="{E477B91F-889B-4E40-8ADB-2D66B9238022}" type="parTrans" cxnId="{E83BA760-B17D-43DD-8B23-768E5700B3E8}">
      <dgm:prSet/>
      <dgm:spPr/>
      <dgm:t>
        <a:bodyPr/>
        <a:lstStyle/>
        <a:p>
          <a:endParaRPr lang="en-US"/>
        </a:p>
      </dgm:t>
    </dgm:pt>
    <dgm:pt modelId="{0533D311-929D-4229-9391-F5991EBAD9BB}" type="sibTrans" cxnId="{E83BA760-B17D-43DD-8B23-768E5700B3E8}">
      <dgm:prSet/>
      <dgm:spPr/>
      <dgm:t>
        <a:bodyPr/>
        <a:lstStyle/>
        <a:p>
          <a:endParaRPr lang="en-US"/>
        </a:p>
      </dgm:t>
    </dgm:pt>
    <dgm:pt modelId="{A4018D81-D8F1-47B9-8359-D08EC3C6BE71}" type="pres">
      <dgm:prSet presAssocID="{66B2511E-86C0-47C1-AF1A-D253CD7105F9}" presName="linear" presStyleCnt="0">
        <dgm:presLayoutVars>
          <dgm:animLvl val="lvl"/>
          <dgm:resizeHandles val="exact"/>
        </dgm:presLayoutVars>
      </dgm:prSet>
      <dgm:spPr/>
    </dgm:pt>
    <dgm:pt modelId="{038157DE-7091-4832-8423-ED1C06FA11A7}" type="pres">
      <dgm:prSet presAssocID="{6F5F317A-2274-4F68-8187-10A06247DF1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C8EF983-D882-413D-B48B-A368644DD768}" type="pres">
      <dgm:prSet presAssocID="{D9C94757-547C-41D8-A543-AA3CA66417DD}" presName="spacer" presStyleCnt="0"/>
      <dgm:spPr/>
    </dgm:pt>
    <dgm:pt modelId="{89AFD154-32EC-4C83-8E0B-D724CF0F2A56}" type="pres">
      <dgm:prSet presAssocID="{5C585CC5-1108-4E41-BECA-8A9F60E9C9C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C88334F-7F05-4F84-8BCD-231FDF37F6D4}" type="pres">
      <dgm:prSet presAssocID="{CFE0713B-0020-483C-86F9-574E5007ED41}" presName="spacer" presStyleCnt="0"/>
      <dgm:spPr/>
    </dgm:pt>
    <dgm:pt modelId="{C575C826-7164-45B4-9788-20691CD34C1E}" type="pres">
      <dgm:prSet presAssocID="{C00A5E9D-5601-4BFE-95E2-C93E3362F67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C23C85D-7993-46B2-A9F8-CC279672DFD7}" srcId="{66B2511E-86C0-47C1-AF1A-D253CD7105F9}" destId="{6F5F317A-2274-4F68-8187-10A06247DF11}" srcOrd="0" destOrd="0" parTransId="{7C9927F1-895E-464A-9BAB-667E652D3DCF}" sibTransId="{D9C94757-547C-41D8-A543-AA3CA66417DD}"/>
    <dgm:cxn modelId="{E83BA760-B17D-43DD-8B23-768E5700B3E8}" srcId="{66B2511E-86C0-47C1-AF1A-D253CD7105F9}" destId="{C00A5E9D-5601-4BFE-95E2-C93E3362F67B}" srcOrd="2" destOrd="0" parTransId="{E477B91F-889B-4E40-8ADB-2D66B9238022}" sibTransId="{0533D311-929D-4229-9391-F5991EBAD9BB}"/>
    <dgm:cxn modelId="{D9531171-4010-4669-9D31-5557F324B2B7}" type="presOf" srcId="{5C585CC5-1108-4E41-BECA-8A9F60E9C9C4}" destId="{89AFD154-32EC-4C83-8E0B-D724CF0F2A56}" srcOrd="0" destOrd="0" presId="urn:microsoft.com/office/officeart/2005/8/layout/vList2"/>
    <dgm:cxn modelId="{47837798-F2AA-45B3-99C1-E3D8B95EC030}" type="presOf" srcId="{6F5F317A-2274-4F68-8187-10A06247DF11}" destId="{038157DE-7091-4832-8423-ED1C06FA11A7}" srcOrd="0" destOrd="0" presId="urn:microsoft.com/office/officeart/2005/8/layout/vList2"/>
    <dgm:cxn modelId="{8BFA98CE-5D48-4886-93BB-1645811999D7}" type="presOf" srcId="{C00A5E9D-5601-4BFE-95E2-C93E3362F67B}" destId="{C575C826-7164-45B4-9788-20691CD34C1E}" srcOrd="0" destOrd="0" presId="urn:microsoft.com/office/officeart/2005/8/layout/vList2"/>
    <dgm:cxn modelId="{89D7DEDE-A97F-4618-B936-6F74A1BF5092}" type="presOf" srcId="{66B2511E-86C0-47C1-AF1A-D253CD7105F9}" destId="{A4018D81-D8F1-47B9-8359-D08EC3C6BE71}" srcOrd="0" destOrd="0" presId="urn:microsoft.com/office/officeart/2005/8/layout/vList2"/>
    <dgm:cxn modelId="{82B0A3F6-71AD-4912-94CA-CF59247444FB}" srcId="{66B2511E-86C0-47C1-AF1A-D253CD7105F9}" destId="{5C585CC5-1108-4E41-BECA-8A9F60E9C9C4}" srcOrd="1" destOrd="0" parTransId="{C40653A1-6F33-463D-BE53-FA5254499F59}" sibTransId="{CFE0713B-0020-483C-86F9-574E5007ED41}"/>
    <dgm:cxn modelId="{09C663B3-5B2A-4FD1-B577-1D755772C19A}" type="presParOf" srcId="{A4018D81-D8F1-47B9-8359-D08EC3C6BE71}" destId="{038157DE-7091-4832-8423-ED1C06FA11A7}" srcOrd="0" destOrd="0" presId="urn:microsoft.com/office/officeart/2005/8/layout/vList2"/>
    <dgm:cxn modelId="{22C68F86-75BC-4491-9574-3F4EC04A61B3}" type="presParOf" srcId="{A4018D81-D8F1-47B9-8359-D08EC3C6BE71}" destId="{1C8EF983-D882-413D-B48B-A368644DD768}" srcOrd="1" destOrd="0" presId="urn:microsoft.com/office/officeart/2005/8/layout/vList2"/>
    <dgm:cxn modelId="{1165A83B-F8AE-4C9A-9358-3CB5B664084B}" type="presParOf" srcId="{A4018D81-D8F1-47B9-8359-D08EC3C6BE71}" destId="{89AFD154-32EC-4C83-8E0B-D724CF0F2A56}" srcOrd="2" destOrd="0" presId="urn:microsoft.com/office/officeart/2005/8/layout/vList2"/>
    <dgm:cxn modelId="{2FBE67CA-86E2-4800-B5AB-DDDB5C50E010}" type="presParOf" srcId="{A4018D81-D8F1-47B9-8359-D08EC3C6BE71}" destId="{6C88334F-7F05-4F84-8BCD-231FDF37F6D4}" srcOrd="3" destOrd="0" presId="urn:microsoft.com/office/officeart/2005/8/layout/vList2"/>
    <dgm:cxn modelId="{5C4D3E5E-CF27-44CB-91F6-DC5261B0027C}" type="presParOf" srcId="{A4018D81-D8F1-47B9-8359-D08EC3C6BE71}" destId="{C575C826-7164-45B4-9788-20691CD34C1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DBFC21-E98A-4C2B-95D1-ECBF0A4EEAC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5D4B33D-2747-4D27-9AE1-0E28295670C6}">
      <dgm:prSet/>
      <dgm:spPr/>
      <dgm:t>
        <a:bodyPr/>
        <a:lstStyle/>
        <a:p>
          <a:pPr>
            <a:defRPr cap="all"/>
          </a:pPr>
          <a:r>
            <a:rPr lang="en-GB"/>
            <a:t>Encourages innovation by granting creators exclusive rights.</a:t>
          </a:r>
          <a:endParaRPr lang="en-US"/>
        </a:p>
      </dgm:t>
    </dgm:pt>
    <dgm:pt modelId="{6700EE62-F5CE-4D7E-B132-0CDB1DBD4A73}" type="parTrans" cxnId="{457502E9-B5C0-4769-8E7E-58A359B7ADC7}">
      <dgm:prSet/>
      <dgm:spPr/>
      <dgm:t>
        <a:bodyPr/>
        <a:lstStyle/>
        <a:p>
          <a:endParaRPr lang="en-US"/>
        </a:p>
      </dgm:t>
    </dgm:pt>
    <dgm:pt modelId="{861EE02C-C2E4-47CA-A920-BB10A4DD0D61}" type="sibTrans" cxnId="{457502E9-B5C0-4769-8E7E-58A359B7ADC7}">
      <dgm:prSet/>
      <dgm:spPr/>
      <dgm:t>
        <a:bodyPr/>
        <a:lstStyle/>
        <a:p>
          <a:endParaRPr lang="en-US"/>
        </a:p>
      </dgm:t>
    </dgm:pt>
    <dgm:pt modelId="{C91CC4DC-85D0-4B90-9448-E128E0843350}">
      <dgm:prSet/>
      <dgm:spPr/>
      <dgm:t>
        <a:bodyPr/>
        <a:lstStyle/>
        <a:p>
          <a:pPr>
            <a:defRPr cap="all"/>
          </a:pPr>
          <a:r>
            <a:rPr lang="en-GB"/>
            <a:t>Protects businesses from unauthorized use of their assets.</a:t>
          </a:r>
          <a:endParaRPr lang="en-US"/>
        </a:p>
      </dgm:t>
    </dgm:pt>
    <dgm:pt modelId="{13CA6477-BD1C-4DA4-AF16-E87EFCED3BAF}" type="parTrans" cxnId="{2D4E5AA6-CCCB-4A28-97BD-ECB01B105525}">
      <dgm:prSet/>
      <dgm:spPr/>
      <dgm:t>
        <a:bodyPr/>
        <a:lstStyle/>
        <a:p>
          <a:endParaRPr lang="en-US"/>
        </a:p>
      </dgm:t>
    </dgm:pt>
    <dgm:pt modelId="{B8A937E4-2182-4A9C-B1ED-A57BB098DFD0}" type="sibTrans" cxnId="{2D4E5AA6-CCCB-4A28-97BD-ECB01B105525}">
      <dgm:prSet/>
      <dgm:spPr/>
      <dgm:t>
        <a:bodyPr/>
        <a:lstStyle/>
        <a:p>
          <a:endParaRPr lang="en-US"/>
        </a:p>
      </dgm:t>
    </dgm:pt>
    <dgm:pt modelId="{B71B85F4-EA9D-45A3-9647-2810F8BA94E3}">
      <dgm:prSet/>
      <dgm:spPr/>
      <dgm:t>
        <a:bodyPr/>
        <a:lstStyle/>
        <a:p>
          <a:pPr>
            <a:defRPr cap="all"/>
          </a:pPr>
          <a:r>
            <a:rPr lang="en-GB"/>
            <a:t>Enhances brand reputation and market positioning.</a:t>
          </a:r>
          <a:endParaRPr lang="en-US"/>
        </a:p>
      </dgm:t>
    </dgm:pt>
    <dgm:pt modelId="{47B1B016-26F8-4578-8569-322FB7101DD0}" type="parTrans" cxnId="{B6D33056-1FC8-4BE2-AE68-B364BF04AE2F}">
      <dgm:prSet/>
      <dgm:spPr/>
      <dgm:t>
        <a:bodyPr/>
        <a:lstStyle/>
        <a:p>
          <a:endParaRPr lang="en-US"/>
        </a:p>
      </dgm:t>
    </dgm:pt>
    <dgm:pt modelId="{3292CA65-0567-4EE6-8CCE-3941C1A8C0C8}" type="sibTrans" cxnId="{B6D33056-1FC8-4BE2-AE68-B364BF04AE2F}">
      <dgm:prSet/>
      <dgm:spPr/>
      <dgm:t>
        <a:bodyPr/>
        <a:lstStyle/>
        <a:p>
          <a:endParaRPr lang="en-US"/>
        </a:p>
      </dgm:t>
    </dgm:pt>
    <dgm:pt modelId="{D62FF841-103E-4242-92FC-EEDE07C10284}">
      <dgm:prSet/>
      <dgm:spPr/>
      <dgm:t>
        <a:bodyPr/>
        <a:lstStyle/>
        <a:p>
          <a:pPr>
            <a:defRPr cap="all"/>
          </a:pPr>
          <a:r>
            <a:rPr lang="en-GB"/>
            <a:t>Provides legal recourse against infringement.</a:t>
          </a:r>
          <a:endParaRPr lang="en-US"/>
        </a:p>
      </dgm:t>
    </dgm:pt>
    <dgm:pt modelId="{E3117938-8CF0-4EDF-BC4F-09395F3EB602}" type="parTrans" cxnId="{0777477E-D938-41F9-998A-5FED4220118F}">
      <dgm:prSet/>
      <dgm:spPr/>
      <dgm:t>
        <a:bodyPr/>
        <a:lstStyle/>
        <a:p>
          <a:endParaRPr lang="en-US"/>
        </a:p>
      </dgm:t>
    </dgm:pt>
    <dgm:pt modelId="{6EF92102-CEA2-48CC-8A8A-BFBFA4EEA71E}" type="sibTrans" cxnId="{0777477E-D938-41F9-998A-5FED4220118F}">
      <dgm:prSet/>
      <dgm:spPr/>
      <dgm:t>
        <a:bodyPr/>
        <a:lstStyle/>
        <a:p>
          <a:endParaRPr lang="en-US"/>
        </a:p>
      </dgm:t>
    </dgm:pt>
    <dgm:pt modelId="{F0B0FCF9-FB25-4F2C-80F0-A0DBE1A27DE2}" type="pres">
      <dgm:prSet presAssocID="{CFDBFC21-E98A-4C2B-95D1-ECBF0A4EEACA}" presName="root" presStyleCnt="0">
        <dgm:presLayoutVars>
          <dgm:dir/>
          <dgm:resizeHandles val="exact"/>
        </dgm:presLayoutVars>
      </dgm:prSet>
      <dgm:spPr/>
    </dgm:pt>
    <dgm:pt modelId="{0866E980-79E6-47F8-BB6E-4BBA6F943A1A}" type="pres">
      <dgm:prSet presAssocID="{D5D4B33D-2747-4D27-9AE1-0E28295670C6}" presName="compNode" presStyleCnt="0"/>
      <dgm:spPr/>
    </dgm:pt>
    <dgm:pt modelId="{A1EC8FCB-3032-42FE-9BEE-A6BE2A7AE9C0}" type="pres">
      <dgm:prSet presAssocID="{D5D4B33D-2747-4D27-9AE1-0E28295670C6}" presName="iconBgRect" presStyleLbl="bgShp" presStyleIdx="0" presStyleCnt="4"/>
      <dgm:spPr/>
    </dgm:pt>
    <dgm:pt modelId="{DD11286F-AF68-4AA6-9FA6-11818B6525A4}" type="pres">
      <dgm:prSet presAssocID="{D5D4B33D-2747-4D27-9AE1-0E28295670C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257AB015-6F93-41C2-A412-3D651785A984}" type="pres">
      <dgm:prSet presAssocID="{D5D4B33D-2747-4D27-9AE1-0E28295670C6}" presName="spaceRect" presStyleCnt="0"/>
      <dgm:spPr/>
    </dgm:pt>
    <dgm:pt modelId="{695CE353-694E-4123-9C6C-D5F5BB29D2CC}" type="pres">
      <dgm:prSet presAssocID="{D5D4B33D-2747-4D27-9AE1-0E28295670C6}" presName="textRect" presStyleLbl="revTx" presStyleIdx="0" presStyleCnt="4">
        <dgm:presLayoutVars>
          <dgm:chMax val="1"/>
          <dgm:chPref val="1"/>
        </dgm:presLayoutVars>
      </dgm:prSet>
      <dgm:spPr/>
    </dgm:pt>
    <dgm:pt modelId="{6DA56D92-D3BC-4DF4-9B1B-2C1A7EF875C9}" type="pres">
      <dgm:prSet presAssocID="{861EE02C-C2E4-47CA-A920-BB10A4DD0D61}" presName="sibTrans" presStyleCnt="0"/>
      <dgm:spPr/>
    </dgm:pt>
    <dgm:pt modelId="{94AE65D9-19B3-49B4-8777-03634FF636BA}" type="pres">
      <dgm:prSet presAssocID="{C91CC4DC-85D0-4B90-9448-E128E0843350}" presName="compNode" presStyleCnt="0"/>
      <dgm:spPr/>
    </dgm:pt>
    <dgm:pt modelId="{253D66C8-9E1B-4F24-8717-F39DF1EB4DF1}" type="pres">
      <dgm:prSet presAssocID="{C91CC4DC-85D0-4B90-9448-E128E0843350}" presName="iconBgRect" presStyleLbl="bgShp" presStyleIdx="1" presStyleCnt="4"/>
      <dgm:spPr/>
    </dgm:pt>
    <dgm:pt modelId="{397439A2-ACC5-44A5-BA89-606E546FE8D4}" type="pres">
      <dgm:prSet presAssocID="{C91CC4DC-85D0-4B90-9448-E128E08433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C6506055-3B6A-4315-BC9F-F1CDAE4CF326}" type="pres">
      <dgm:prSet presAssocID="{C91CC4DC-85D0-4B90-9448-E128E0843350}" presName="spaceRect" presStyleCnt="0"/>
      <dgm:spPr/>
    </dgm:pt>
    <dgm:pt modelId="{F5E73512-A390-42D6-B9FE-73F7C12AD0D1}" type="pres">
      <dgm:prSet presAssocID="{C91CC4DC-85D0-4B90-9448-E128E0843350}" presName="textRect" presStyleLbl="revTx" presStyleIdx="1" presStyleCnt="4">
        <dgm:presLayoutVars>
          <dgm:chMax val="1"/>
          <dgm:chPref val="1"/>
        </dgm:presLayoutVars>
      </dgm:prSet>
      <dgm:spPr/>
    </dgm:pt>
    <dgm:pt modelId="{F7514F62-E90C-45D1-94A4-B7B7F364C573}" type="pres">
      <dgm:prSet presAssocID="{B8A937E4-2182-4A9C-B1ED-A57BB098DFD0}" presName="sibTrans" presStyleCnt="0"/>
      <dgm:spPr/>
    </dgm:pt>
    <dgm:pt modelId="{68F5836A-A665-4C87-B6E4-C8ED82E8599B}" type="pres">
      <dgm:prSet presAssocID="{B71B85F4-EA9D-45A3-9647-2810F8BA94E3}" presName="compNode" presStyleCnt="0"/>
      <dgm:spPr/>
    </dgm:pt>
    <dgm:pt modelId="{88BC4618-274F-451A-8250-3144244A51E0}" type="pres">
      <dgm:prSet presAssocID="{B71B85F4-EA9D-45A3-9647-2810F8BA94E3}" presName="iconBgRect" presStyleLbl="bgShp" presStyleIdx="2" presStyleCnt="4"/>
      <dgm:spPr/>
    </dgm:pt>
    <dgm:pt modelId="{EB04C7AC-9E59-4E21-964A-4CD501D49972}" type="pres">
      <dgm:prSet presAssocID="{B71B85F4-EA9D-45A3-9647-2810F8BA94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F41772C1-7A9E-4FD3-BEF2-1FAE3E4D88FD}" type="pres">
      <dgm:prSet presAssocID="{B71B85F4-EA9D-45A3-9647-2810F8BA94E3}" presName="spaceRect" presStyleCnt="0"/>
      <dgm:spPr/>
    </dgm:pt>
    <dgm:pt modelId="{8B73D3D3-E56B-4607-A460-F90DC7626AA2}" type="pres">
      <dgm:prSet presAssocID="{B71B85F4-EA9D-45A3-9647-2810F8BA94E3}" presName="textRect" presStyleLbl="revTx" presStyleIdx="2" presStyleCnt="4">
        <dgm:presLayoutVars>
          <dgm:chMax val="1"/>
          <dgm:chPref val="1"/>
        </dgm:presLayoutVars>
      </dgm:prSet>
      <dgm:spPr/>
    </dgm:pt>
    <dgm:pt modelId="{F9162B5C-CC26-4947-ACA3-A5632BA1E60E}" type="pres">
      <dgm:prSet presAssocID="{3292CA65-0567-4EE6-8CCE-3941C1A8C0C8}" presName="sibTrans" presStyleCnt="0"/>
      <dgm:spPr/>
    </dgm:pt>
    <dgm:pt modelId="{0B2DC31F-58E3-4E9F-A49E-00CDCD038BA7}" type="pres">
      <dgm:prSet presAssocID="{D62FF841-103E-4242-92FC-EEDE07C10284}" presName="compNode" presStyleCnt="0"/>
      <dgm:spPr/>
    </dgm:pt>
    <dgm:pt modelId="{A5F04C76-3AF1-4A0E-A727-1E811D819CE5}" type="pres">
      <dgm:prSet presAssocID="{D62FF841-103E-4242-92FC-EEDE07C10284}" presName="iconBgRect" presStyleLbl="bgShp" presStyleIdx="3" presStyleCnt="4"/>
      <dgm:spPr/>
    </dgm:pt>
    <dgm:pt modelId="{6EC1BF20-E41D-445C-88A7-7E0AF6A15415}" type="pres">
      <dgm:prSet presAssocID="{D62FF841-103E-4242-92FC-EEDE07C1028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9CC3928D-5B08-4ADF-A66E-2F00752ECA02}" type="pres">
      <dgm:prSet presAssocID="{D62FF841-103E-4242-92FC-EEDE07C10284}" presName="spaceRect" presStyleCnt="0"/>
      <dgm:spPr/>
    </dgm:pt>
    <dgm:pt modelId="{4F857266-A6D7-45AE-8378-9C065F9CA471}" type="pres">
      <dgm:prSet presAssocID="{D62FF841-103E-4242-92FC-EEDE07C1028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66B660A-2760-4240-BEA2-848AE19E99E1}" type="presOf" srcId="{C91CC4DC-85D0-4B90-9448-E128E0843350}" destId="{F5E73512-A390-42D6-B9FE-73F7C12AD0D1}" srcOrd="0" destOrd="0" presId="urn:microsoft.com/office/officeart/2018/5/layout/IconCircleLabelList"/>
    <dgm:cxn modelId="{849DA20C-5DC5-485E-9CF7-A871F6BAC0F8}" type="presOf" srcId="{D5D4B33D-2747-4D27-9AE1-0E28295670C6}" destId="{695CE353-694E-4123-9C6C-D5F5BB29D2CC}" srcOrd="0" destOrd="0" presId="urn:microsoft.com/office/officeart/2018/5/layout/IconCircleLabelList"/>
    <dgm:cxn modelId="{2AD28129-010C-4D0E-AB60-C5B14151BDD2}" type="presOf" srcId="{B71B85F4-EA9D-45A3-9647-2810F8BA94E3}" destId="{8B73D3D3-E56B-4607-A460-F90DC7626AA2}" srcOrd="0" destOrd="0" presId="urn:microsoft.com/office/officeart/2018/5/layout/IconCircleLabelList"/>
    <dgm:cxn modelId="{06391D2E-898E-4F5F-A458-F84F851B0D46}" type="presOf" srcId="{CFDBFC21-E98A-4C2B-95D1-ECBF0A4EEACA}" destId="{F0B0FCF9-FB25-4F2C-80F0-A0DBE1A27DE2}" srcOrd="0" destOrd="0" presId="urn:microsoft.com/office/officeart/2018/5/layout/IconCircleLabelList"/>
    <dgm:cxn modelId="{B6D33056-1FC8-4BE2-AE68-B364BF04AE2F}" srcId="{CFDBFC21-E98A-4C2B-95D1-ECBF0A4EEACA}" destId="{B71B85F4-EA9D-45A3-9647-2810F8BA94E3}" srcOrd="2" destOrd="0" parTransId="{47B1B016-26F8-4578-8569-322FB7101DD0}" sibTransId="{3292CA65-0567-4EE6-8CCE-3941C1A8C0C8}"/>
    <dgm:cxn modelId="{0777477E-D938-41F9-998A-5FED4220118F}" srcId="{CFDBFC21-E98A-4C2B-95D1-ECBF0A4EEACA}" destId="{D62FF841-103E-4242-92FC-EEDE07C10284}" srcOrd="3" destOrd="0" parTransId="{E3117938-8CF0-4EDF-BC4F-09395F3EB602}" sibTransId="{6EF92102-CEA2-48CC-8A8A-BFBFA4EEA71E}"/>
    <dgm:cxn modelId="{2D4E5AA6-CCCB-4A28-97BD-ECB01B105525}" srcId="{CFDBFC21-E98A-4C2B-95D1-ECBF0A4EEACA}" destId="{C91CC4DC-85D0-4B90-9448-E128E0843350}" srcOrd="1" destOrd="0" parTransId="{13CA6477-BD1C-4DA4-AF16-E87EFCED3BAF}" sibTransId="{B8A937E4-2182-4A9C-B1ED-A57BB098DFD0}"/>
    <dgm:cxn modelId="{457502E9-B5C0-4769-8E7E-58A359B7ADC7}" srcId="{CFDBFC21-E98A-4C2B-95D1-ECBF0A4EEACA}" destId="{D5D4B33D-2747-4D27-9AE1-0E28295670C6}" srcOrd="0" destOrd="0" parTransId="{6700EE62-F5CE-4D7E-B132-0CDB1DBD4A73}" sibTransId="{861EE02C-C2E4-47CA-A920-BB10A4DD0D61}"/>
    <dgm:cxn modelId="{66A595F6-3786-4E3E-831C-BF47295B48EA}" type="presOf" srcId="{D62FF841-103E-4242-92FC-EEDE07C10284}" destId="{4F857266-A6D7-45AE-8378-9C065F9CA471}" srcOrd="0" destOrd="0" presId="urn:microsoft.com/office/officeart/2018/5/layout/IconCircleLabelList"/>
    <dgm:cxn modelId="{302FD803-C700-4375-9A56-36675963EB42}" type="presParOf" srcId="{F0B0FCF9-FB25-4F2C-80F0-A0DBE1A27DE2}" destId="{0866E980-79E6-47F8-BB6E-4BBA6F943A1A}" srcOrd="0" destOrd="0" presId="urn:microsoft.com/office/officeart/2018/5/layout/IconCircleLabelList"/>
    <dgm:cxn modelId="{EE9E755B-F0BC-49FB-8D1B-027477BAB184}" type="presParOf" srcId="{0866E980-79E6-47F8-BB6E-4BBA6F943A1A}" destId="{A1EC8FCB-3032-42FE-9BEE-A6BE2A7AE9C0}" srcOrd="0" destOrd="0" presId="urn:microsoft.com/office/officeart/2018/5/layout/IconCircleLabelList"/>
    <dgm:cxn modelId="{6057398E-947B-4EA1-AC29-D7D90952FAB1}" type="presParOf" srcId="{0866E980-79E6-47F8-BB6E-4BBA6F943A1A}" destId="{DD11286F-AF68-4AA6-9FA6-11818B6525A4}" srcOrd="1" destOrd="0" presId="urn:microsoft.com/office/officeart/2018/5/layout/IconCircleLabelList"/>
    <dgm:cxn modelId="{36E1957E-56C2-48FD-B6F1-F73CDE20E2ED}" type="presParOf" srcId="{0866E980-79E6-47F8-BB6E-4BBA6F943A1A}" destId="{257AB015-6F93-41C2-A412-3D651785A984}" srcOrd="2" destOrd="0" presId="urn:microsoft.com/office/officeart/2018/5/layout/IconCircleLabelList"/>
    <dgm:cxn modelId="{ACFF8B1C-498D-4B15-A0F4-A22C2EADD2F2}" type="presParOf" srcId="{0866E980-79E6-47F8-BB6E-4BBA6F943A1A}" destId="{695CE353-694E-4123-9C6C-D5F5BB29D2CC}" srcOrd="3" destOrd="0" presId="urn:microsoft.com/office/officeart/2018/5/layout/IconCircleLabelList"/>
    <dgm:cxn modelId="{BB0E5581-8963-408E-B921-223CDFD888D7}" type="presParOf" srcId="{F0B0FCF9-FB25-4F2C-80F0-A0DBE1A27DE2}" destId="{6DA56D92-D3BC-4DF4-9B1B-2C1A7EF875C9}" srcOrd="1" destOrd="0" presId="urn:microsoft.com/office/officeart/2018/5/layout/IconCircleLabelList"/>
    <dgm:cxn modelId="{22C90854-ED9B-4D3A-AE1E-F167123C2420}" type="presParOf" srcId="{F0B0FCF9-FB25-4F2C-80F0-A0DBE1A27DE2}" destId="{94AE65D9-19B3-49B4-8777-03634FF636BA}" srcOrd="2" destOrd="0" presId="urn:microsoft.com/office/officeart/2018/5/layout/IconCircleLabelList"/>
    <dgm:cxn modelId="{CAD9D2DD-1F35-45E5-B1F5-116DF358B60E}" type="presParOf" srcId="{94AE65D9-19B3-49B4-8777-03634FF636BA}" destId="{253D66C8-9E1B-4F24-8717-F39DF1EB4DF1}" srcOrd="0" destOrd="0" presId="urn:microsoft.com/office/officeart/2018/5/layout/IconCircleLabelList"/>
    <dgm:cxn modelId="{059A5A6F-B2D8-4C0B-B5E0-42B76CDAE893}" type="presParOf" srcId="{94AE65D9-19B3-49B4-8777-03634FF636BA}" destId="{397439A2-ACC5-44A5-BA89-606E546FE8D4}" srcOrd="1" destOrd="0" presId="urn:microsoft.com/office/officeart/2018/5/layout/IconCircleLabelList"/>
    <dgm:cxn modelId="{24025209-2C72-475A-8790-1CB294E6998F}" type="presParOf" srcId="{94AE65D9-19B3-49B4-8777-03634FF636BA}" destId="{C6506055-3B6A-4315-BC9F-F1CDAE4CF326}" srcOrd="2" destOrd="0" presId="urn:microsoft.com/office/officeart/2018/5/layout/IconCircleLabelList"/>
    <dgm:cxn modelId="{9A5815F3-67AD-4CC1-A87E-07454812209A}" type="presParOf" srcId="{94AE65D9-19B3-49B4-8777-03634FF636BA}" destId="{F5E73512-A390-42D6-B9FE-73F7C12AD0D1}" srcOrd="3" destOrd="0" presId="urn:microsoft.com/office/officeart/2018/5/layout/IconCircleLabelList"/>
    <dgm:cxn modelId="{01A93DE7-1178-43A2-83C0-9E7CB8BA1DEF}" type="presParOf" srcId="{F0B0FCF9-FB25-4F2C-80F0-A0DBE1A27DE2}" destId="{F7514F62-E90C-45D1-94A4-B7B7F364C573}" srcOrd="3" destOrd="0" presId="urn:microsoft.com/office/officeart/2018/5/layout/IconCircleLabelList"/>
    <dgm:cxn modelId="{4DEC8F9E-F85F-45C2-AEFF-2D0C6FEB994C}" type="presParOf" srcId="{F0B0FCF9-FB25-4F2C-80F0-A0DBE1A27DE2}" destId="{68F5836A-A665-4C87-B6E4-C8ED82E8599B}" srcOrd="4" destOrd="0" presId="urn:microsoft.com/office/officeart/2018/5/layout/IconCircleLabelList"/>
    <dgm:cxn modelId="{DE87DE8E-08FC-43A1-B27A-F8D8F8FE400D}" type="presParOf" srcId="{68F5836A-A665-4C87-B6E4-C8ED82E8599B}" destId="{88BC4618-274F-451A-8250-3144244A51E0}" srcOrd="0" destOrd="0" presId="urn:microsoft.com/office/officeart/2018/5/layout/IconCircleLabelList"/>
    <dgm:cxn modelId="{CB0CA692-3234-4F63-865F-4CAE5B5D15F3}" type="presParOf" srcId="{68F5836A-A665-4C87-B6E4-C8ED82E8599B}" destId="{EB04C7AC-9E59-4E21-964A-4CD501D49972}" srcOrd="1" destOrd="0" presId="urn:microsoft.com/office/officeart/2018/5/layout/IconCircleLabelList"/>
    <dgm:cxn modelId="{00873387-49AF-4944-8748-4D1C7BDB9BF8}" type="presParOf" srcId="{68F5836A-A665-4C87-B6E4-C8ED82E8599B}" destId="{F41772C1-7A9E-4FD3-BEF2-1FAE3E4D88FD}" srcOrd="2" destOrd="0" presId="urn:microsoft.com/office/officeart/2018/5/layout/IconCircleLabelList"/>
    <dgm:cxn modelId="{FCC44E83-C1C6-41D8-8AD7-D1E591A5E7F2}" type="presParOf" srcId="{68F5836A-A665-4C87-B6E4-C8ED82E8599B}" destId="{8B73D3D3-E56B-4607-A460-F90DC7626AA2}" srcOrd="3" destOrd="0" presId="urn:microsoft.com/office/officeart/2018/5/layout/IconCircleLabelList"/>
    <dgm:cxn modelId="{9CBCBF06-0003-48F5-B34D-800FFC7BD670}" type="presParOf" srcId="{F0B0FCF9-FB25-4F2C-80F0-A0DBE1A27DE2}" destId="{F9162B5C-CC26-4947-ACA3-A5632BA1E60E}" srcOrd="5" destOrd="0" presId="urn:microsoft.com/office/officeart/2018/5/layout/IconCircleLabelList"/>
    <dgm:cxn modelId="{77196AA1-7592-4D52-8BC7-DEE6D3CEF4FA}" type="presParOf" srcId="{F0B0FCF9-FB25-4F2C-80F0-A0DBE1A27DE2}" destId="{0B2DC31F-58E3-4E9F-A49E-00CDCD038BA7}" srcOrd="6" destOrd="0" presId="urn:microsoft.com/office/officeart/2018/5/layout/IconCircleLabelList"/>
    <dgm:cxn modelId="{CE1D518D-D703-46A9-A8E1-EF1BB7BCCFD4}" type="presParOf" srcId="{0B2DC31F-58E3-4E9F-A49E-00CDCD038BA7}" destId="{A5F04C76-3AF1-4A0E-A727-1E811D819CE5}" srcOrd="0" destOrd="0" presId="urn:microsoft.com/office/officeart/2018/5/layout/IconCircleLabelList"/>
    <dgm:cxn modelId="{3C73AFD6-BB6D-4A3E-BDBE-2053D96AA9C1}" type="presParOf" srcId="{0B2DC31F-58E3-4E9F-A49E-00CDCD038BA7}" destId="{6EC1BF20-E41D-445C-88A7-7E0AF6A15415}" srcOrd="1" destOrd="0" presId="urn:microsoft.com/office/officeart/2018/5/layout/IconCircleLabelList"/>
    <dgm:cxn modelId="{78C73A57-70DE-45C2-8911-E90E4F28BBC1}" type="presParOf" srcId="{0B2DC31F-58E3-4E9F-A49E-00CDCD038BA7}" destId="{9CC3928D-5B08-4ADF-A66E-2F00752ECA02}" srcOrd="2" destOrd="0" presId="urn:microsoft.com/office/officeart/2018/5/layout/IconCircleLabelList"/>
    <dgm:cxn modelId="{28BFA98C-F11B-4EBC-B5EF-C405691D3C38}" type="presParOf" srcId="{0B2DC31F-58E3-4E9F-A49E-00CDCD038BA7}" destId="{4F857266-A6D7-45AE-8378-9C065F9CA47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34EC47-1CFA-458C-86A4-D40012D9AFF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1057DB8-D3A7-4D17-93D4-AF77BD2D760F}">
      <dgm:prSet/>
      <dgm:spPr/>
      <dgm:t>
        <a:bodyPr/>
        <a:lstStyle/>
        <a:p>
          <a:r>
            <a:rPr lang="en-GB" b="1"/>
            <a:t>Definition:</a:t>
          </a:r>
          <a:r>
            <a:rPr lang="en-GB"/>
            <a:t> Legal protection for original works of authorship (e.g., books, music, films, software).</a:t>
          </a:r>
          <a:endParaRPr lang="en-US"/>
        </a:p>
      </dgm:t>
    </dgm:pt>
    <dgm:pt modelId="{2A1A2FCF-8267-40F4-9633-7F41DCB26BB1}" type="parTrans" cxnId="{8BCB18D7-9130-4CFB-9E3D-8AFA81F2D429}">
      <dgm:prSet/>
      <dgm:spPr/>
      <dgm:t>
        <a:bodyPr/>
        <a:lstStyle/>
        <a:p>
          <a:endParaRPr lang="en-US"/>
        </a:p>
      </dgm:t>
    </dgm:pt>
    <dgm:pt modelId="{B0540A50-7175-498E-9FB2-4FA1ABA1292C}" type="sibTrans" cxnId="{8BCB18D7-9130-4CFB-9E3D-8AFA81F2D429}">
      <dgm:prSet/>
      <dgm:spPr/>
      <dgm:t>
        <a:bodyPr/>
        <a:lstStyle/>
        <a:p>
          <a:endParaRPr lang="en-US"/>
        </a:p>
      </dgm:t>
    </dgm:pt>
    <dgm:pt modelId="{DFE99968-3BCC-49A9-83B6-CFFDD9D93D58}">
      <dgm:prSet/>
      <dgm:spPr/>
      <dgm:t>
        <a:bodyPr/>
        <a:lstStyle/>
        <a:p>
          <a:r>
            <a:rPr lang="en-GB" b="1"/>
            <a:t>Duration:</a:t>
          </a:r>
          <a:r>
            <a:rPr lang="en-GB"/>
            <a:t> Typically lasts the creator’s lifetime + 50-70 years (varies by country).</a:t>
          </a:r>
          <a:endParaRPr lang="en-US"/>
        </a:p>
      </dgm:t>
    </dgm:pt>
    <dgm:pt modelId="{4D6CC459-CCDA-47A7-AF3B-B66219221966}" type="parTrans" cxnId="{B4C9B4B0-CE0A-4B87-85C0-04ADD27F9C59}">
      <dgm:prSet/>
      <dgm:spPr/>
      <dgm:t>
        <a:bodyPr/>
        <a:lstStyle/>
        <a:p>
          <a:endParaRPr lang="en-US"/>
        </a:p>
      </dgm:t>
    </dgm:pt>
    <dgm:pt modelId="{EC405FE9-91A3-4E04-99B2-5C426CBECC48}" type="sibTrans" cxnId="{B4C9B4B0-CE0A-4B87-85C0-04ADD27F9C59}">
      <dgm:prSet/>
      <dgm:spPr/>
      <dgm:t>
        <a:bodyPr/>
        <a:lstStyle/>
        <a:p>
          <a:endParaRPr lang="en-US"/>
        </a:p>
      </dgm:t>
    </dgm:pt>
    <dgm:pt modelId="{06E777D7-1DF2-4DD6-B754-F6B549E41ED3}">
      <dgm:prSet/>
      <dgm:spPr/>
      <dgm:t>
        <a:bodyPr/>
        <a:lstStyle/>
        <a:p>
          <a:r>
            <a:rPr lang="en-GB" b="1"/>
            <a:t>Example:</a:t>
          </a:r>
          <a:r>
            <a:rPr lang="en-GB"/>
            <a:t> A company’s original training manuals, website content, or marketing materials.</a:t>
          </a:r>
          <a:endParaRPr lang="en-US"/>
        </a:p>
      </dgm:t>
    </dgm:pt>
    <dgm:pt modelId="{755513FE-21E0-46D4-9FEF-D5C6898AD829}" type="parTrans" cxnId="{2F362DEA-1FAB-40E6-BE49-44D2B7854C9F}">
      <dgm:prSet/>
      <dgm:spPr/>
      <dgm:t>
        <a:bodyPr/>
        <a:lstStyle/>
        <a:p>
          <a:endParaRPr lang="en-US"/>
        </a:p>
      </dgm:t>
    </dgm:pt>
    <dgm:pt modelId="{C21724D0-29C5-4B21-9E7A-92EC344DF14C}" type="sibTrans" cxnId="{2F362DEA-1FAB-40E6-BE49-44D2B7854C9F}">
      <dgm:prSet/>
      <dgm:spPr/>
      <dgm:t>
        <a:bodyPr/>
        <a:lstStyle/>
        <a:p>
          <a:endParaRPr lang="en-US"/>
        </a:p>
      </dgm:t>
    </dgm:pt>
    <dgm:pt modelId="{C75A06FD-255F-4427-A06B-B63A6F12FCF9}" type="pres">
      <dgm:prSet presAssocID="{A334EC47-1CFA-458C-86A4-D40012D9AFF3}" presName="linear" presStyleCnt="0">
        <dgm:presLayoutVars>
          <dgm:animLvl val="lvl"/>
          <dgm:resizeHandles val="exact"/>
        </dgm:presLayoutVars>
      </dgm:prSet>
      <dgm:spPr/>
    </dgm:pt>
    <dgm:pt modelId="{968F1267-B349-4C23-95AA-6E8739FC8846}" type="pres">
      <dgm:prSet presAssocID="{71057DB8-D3A7-4D17-93D4-AF77BD2D760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2C6C7B0-5A32-452C-A55A-D7DF65F6DE04}" type="pres">
      <dgm:prSet presAssocID="{B0540A50-7175-498E-9FB2-4FA1ABA1292C}" presName="spacer" presStyleCnt="0"/>
      <dgm:spPr/>
    </dgm:pt>
    <dgm:pt modelId="{213FB4FC-FCB3-4351-894D-36D52A5585E5}" type="pres">
      <dgm:prSet presAssocID="{DFE99968-3BCC-49A9-83B6-CFFDD9D93D5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D5F05A1-CD35-4862-BBF8-CC9DD5FBD4DA}" type="pres">
      <dgm:prSet presAssocID="{EC405FE9-91A3-4E04-99B2-5C426CBECC48}" presName="spacer" presStyleCnt="0"/>
      <dgm:spPr/>
    </dgm:pt>
    <dgm:pt modelId="{2C9384AC-7A53-4C49-9121-3DBD6F3EA809}" type="pres">
      <dgm:prSet presAssocID="{06E777D7-1DF2-4DD6-B754-F6B549E41ED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20BAE0B-8A77-46C0-BED7-882DF3C78520}" type="presOf" srcId="{DFE99968-3BCC-49A9-83B6-CFFDD9D93D58}" destId="{213FB4FC-FCB3-4351-894D-36D52A5585E5}" srcOrd="0" destOrd="0" presId="urn:microsoft.com/office/officeart/2005/8/layout/vList2"/>
    <dgm:cxn modelId="{13070C59-F6B7-4D70-8013-1C2B2976EF50}" type="presOf" srcId="{06E777D7-1DF2-4DD6-B754-F6B549E41ED3}" destId="{2C9384AC-7A53-4C49-9121-3DBD6F3EA809}" srcOrd="0" destOrd="0" presId="urn:microsoft.com/office/officeart/2005/8/layout/vList2"/>
    <dgm:cxn modelId="{B4C9B4B0-CE0A-4B87-85C0-04ADD27F9C59}" srcId="{A334EC47-1CFA-458C-86A4-D40012D9AFF3}" destId="{DFE99968-3BCC-49A9-83B6-CFFDD9D93D58}" srcOrd="1" destOrd="0" parTransId="{4D6CC459-CCDA-47A7-AF3B-B66219221966}" sibTransId="{EC405FE9-91A3-4E04-99B2-5C426CBECC48}"/>
    <dgm:cxn modelId="{690371B3-333D-4A68-8DC0-B433D5491F65}" type="presOf" srcId="{71057DB8-D3A7-4D17-93D4-AF77BD2D760F}" destId="{968F1267-B349-4C23-95AA-6E8739FC8846}" srcOrd="0" destOrd="0" presId="urn:microsoft.com/office/officeart/2005/8/layout/vList2"/>
    <dgm:cxn modelId="{46F0FCD4-2D65-4DD4-9603-8F452D0F6056}" type="presOf" srcId="{A334EC47-1CFA-458C-86A4-D40012D9AFF3}" destId="{C75A06FD-255F-4427-A06B-B63A6F12FCF9}" srcOrd="0" destOrd="0" presId="urn:microsoft.com/office/officeart/2005/8/layout/vList2"/>
    <dgm:cxn modelId="{8BCB18D7-9130-4CFB-9E3D-8AFA81F2D429}" srcId="{A334EC47-1CFA-458C-86A4-D40012D9AFF3}" destId="{71057DB8-D3A7-4D17-93D4-AF77BD2D760F}" srcOrd="0" destOrd="0" parTransId="{2A1A2FCF-8267-40F4-9633-7F41DCB26BB1}" sibTransId="{B0540A50-7175-498E-9FB2-4FA1ABA1292C}"/>
    <dgm:cxn modelId="{2F362DEA-1FAB-40E6-BE49-44D2B7854C9F}" srcId="{A334EC47-1CFA-458C-86A4-D40012D9AFF3}" destId="{06E777D7-1DF2-4DD6-B754-F6B549E41ED3}" srcOrd="2" destOrd="0" parTransId="{755513FE-21E0-46D4-9FEF-D5C6898AD829}" sibTransId="{C21724D0-29C5-4B21-9E7A-92EC344DF14C}"/>
    <dgm:cxn modelId="{C40633B6-63FC-4577-8BC5-C7E0F5E04153}" type="presParOf" srcId="{C75A06FD-255F-4427-A06B-B63A6F12FCF9}" destId="{968F1267-B349-4C23-95AA-6E8739FC8846}" srcOrd="0" destOrd="0" presId="urn:microsoft.com/office/officeart/2005/8/layout/vList2"/>
    <dgm:cxn modelId="{6B847D31-DA26-43E0-8480-5A41998AC46F}" type="presParOf" srcId="{C75A06FD-255F-4427-A06B-B63A6F12FCF9}" destId="{B2C6C7B0-5A32-452C-A55A-D7DF65F6DE04}" srcOrd="1" destOrd="0" presId="urn:microsoft.com/office/officeart/2005/8/layout/vList2"/>
    <dgm:cxn modelId="{A3216561-7837-4261-8164-DF85BF4FF280}" type="presParOf" srcId="{C75A06FD-255F-4427-A06B-B63A6F12FCF9}" destId="{213FB4FC-FCB3-4351-894D-36D52A5585E5}" srcOrd="2" destOrd="0" presId="urn:microsoft.com/office/officeart/2005/8/layout/vList2"/>
    <dgm:cxn modelId="{434F1D39-9059-4185-9AFC-7CE95E7C29A4}" type="presParOf" srcId="{C75A06FD-255F-4427-A06B-B63A6F12FCF9}" destId="{0D5F05A1-CD35-4862-BBF8-CC9DD5FBD4DA}" srcOrd="3" destOrd="0" presId="urn:microsoft.com/office/officeart/2005/8/layout/vList2"/>
    <dgm:cxn modelId="{21037376-8486-4924-B7C0-AF8C2EF56F2C}" type="presParOf" srcId="{C75A06FD-255F-4427-A06B-B63A6F12FCF9}" destId="{2C9384AC-7A53-4C49-9121-3DBD6F3EA80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0A6D6F-844D-428D-BB65-C22BE6D2B88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A4AF05D-DC8D-4F07-8BA3-3F8A2FEC3E50}">
      <dgm:prSet/>
      <dgm:spPr/>
      <dgm:t>
        <a:bodyPr/>
        <a:lstStyle/>
        <a:p>
          <a:r>
            <a:rPr lang="en-GB" b="1"/>
            <a:t>Definition:</a:t>
          </a:r>
          <a:r>
            <a:rPr lang="en-GB"/>
            <a:t> Protects brand names, logos, slogans, and symbols that distinguish goods/services.</a:t>
          </a:r>
          <a:endParaRPr lang="en-US"/>
        </a:p>
      </dgm:t>
    </dgm:pt>
    <dgm:pt modelId="{95CA6F6F-779F-4669-A209-5E32C3E0B9E5}" type="parTrans" cxnId="{A60389FD-5B30-45CF-94E2-92027DE39666}">
      <dgm:prSet/>
      <dgm:spPr/>
      <dgm:t>
        <a:bodyPr/>
        <a:lstStyle/>
        <a:p>
          <a:endParaRPr lang="en-US"/>
        </a:p>
      </dgm:t>
    </dgm:pt>
    <dgm:pt modelId="{F2ECF460-CBD5-41B5-BB95-4DECEE8AEE4E}" type="sibTrans" cxnId="{A60389FD-5B30-45CF-94E2-92027DE39666}">
      <dgm:prSet/>
      <dgm:spPr/>
      <dgm:t>
        <a:bodyPr/>
        <a:lstStyle/>
        <a:p>
          <a:endParaRPr lang="en-US"/>
        </a:p>
      </dgm:t>
    </dgm:pt>
    <dgm:pt modelId="{E265A5D5-CC75-460C-8913-6E34C1DAB567}">
      <dgm:prSet/>
      <dgm:spPr/>
      <dgm:t>
        <a:bodyPr/>
        <a:lstStyle/>
        <a:p>
          <a:r>
            <a:rPr lang="en-GB" b="1"/>
            <a:t>Duration:</a:t>
          </a:r>
          <a:r>
            <a:rPr lang="en-GB"/>
            <a:t> Renewable indefinitely as long as it remains in use.</a:t>
          </a:r>
          <a:endParaRPr lang="en-US"/>
        </a:p>
      </dgm:t>
    </dgm:pt>
    <dgm:pt modelId="{F96150FB-B9BE-4E25-9428-4FDE776813EE}" type="parTrans" cxnId="{C5241F7A-5D7B-42AF-9AEC-3B143DA32F88}">
      <dgm:prSet/>
      <dgm:spPr/>
      <dgm:t>
        <a:bodyPr/>
        <a:lstStyle/>
        <a:p>
          <a:endParaRPr lang="en-US"/>
        </a:p>
      </dgm:t>
    </dgm:pt>
    <dgm:pt modelId="{A646B72D-FA81-41EC-B7C7-459BB9EC3C21}" type="sibTrans" cxnId="{C5241F7A-5D7B-42AF-9AEC-3B143DA32F88}">
      <dgm:prSet/>
      <dgm:spPr/>
      <dgm:t>
        <a:bodyPr/>
        <a:lstStyle/>
        <a:p>
          <a:endParaRPr lang="en-US"/>
        </a:p>
      </dgm:t>
    </dgm:pt>
    <dgm:pt modelId="{C31B97FF-4CF2-4113-A8E4-63C128A01FFF}">
      <dgm:prSet/>
      <dgm:spPr/>
      <dgm:t>
        <a:bodyPr/>
        <a:lstStyle/>
        <a:p>
          <a:r>
            <a:rPr lang="en-GB" b="1"/>
            <a:t>Example:</a:t>
          </a:r>
          <a:r>
            <a:rPr lang="en-GB"/>
            <a:t> Nike’s ‘Swoosh’ logo, McDonald’s ‘Golden Arches’.</a:t>
          </a:r>
          <a:endParaRPr lang="en-US"/>
        </a:p>
      </dgm:t>
    </dgm:pt>
    <dgm:pt modelId="{E506B725-F1D2-48A1-B13C-127FCADF5F0C}" type="parTrans" cxnId="{CE81981B-C538-40B0-9121-1E66F9A35A13}">
      <dgm:prSet/>
      <dgm:spPr/>
      <dgm:t>
        <a:bodyPr/>
        <a:lstStyle/>
        <a:p>
          <a:endParaRPr lang="en-US"/>
        </a:p>
      </dgm:t>
    </dgm:pt>
    <dgm:pt modelId="{1666454D-723B-476E-BEBA-FE5A5D2BB158}" type="sibTrans" cxnId="{CE81981B-C538-40B0-9121-1E66F9A35A13}">
      <dgm:prSet/>
      <dgm:spPr/>
      <dgm:t>
        <a:bodyPr/>
        <a:lstStyle/>
        <a:p>
          <a:endParaRPr lang="en-US"/>
        </a:p>
      </dgm:t>
    </dgm:pt>
    <dgm:pt modelId="{83EB14D4-8F74-4731-9D68-D56516BFB854}" type="pres">
      <dgm:prSet presAssocID="{F80A6D6F-844D-428D-BB65-C22BE6D2B88C}" presName="root" presStyleCnt="0">
        <dgm:presLayoutVars>
          <dgm:dir/>
          <dgm:resizeHandles val="exact"/>
        </dgm:presLayoutVars>
      </dgm:prSet>
      <dgm:spPr/>
    </dgm:pt>
    <dgm:pt modelId="{8D2ADC83-9A7D-4F82-808B-15BB326124A9}" type="pres">
      <dgm:prSet presAssocID="{F80A6D6F-844D-428D-BB65-C22BE6D2B88C}" presName="container" presStyleCnt="0">
        <dgm:presLayoutVars>
          <dgm:dir/>
          <dgm:resizeHandles val="exact"/>
        </dgm:presLayoutVars>
      </dgm:prSet>
      <dgm:spPr/>
    </dgm:pt>
    <dgm:pt modelId="{0F7BAD22-7EA4-45AB-8219-D1A94E822255}" type="pres">
      <dgm:prSet presAssocID="{AA4AF05D-DC8D-4F07-8BA3-3F8A2FEC3E50}" presName="compNode" presStyleCnt="0"/>
      <dgm:spPr/>
    </dgm:pt>
    <dgm:pt modelId="{377BC218-AA0F-40E2-814E-B2CFC6A01926}" type="pres">
      <dgm:prSet presAssocID="{AA4AF05D-DC8D-4F07-8BA3-3F8A2FEC3E50}" presName="iconBgRect" presStyleLbl="bgShp" presStyleIdx="0" presStyleCnt="3"/>
      <dgm:spPr/>
    </dgm:pt>
    <dgm:pt modelId="{3C1F21E3-DF97-4231-B234-04BC76F6BF85}" type="pres">
      <dgm:prSet presAssocID="{AA4AF05D-DC8D-4F07-8BA3-3F8A2FEC3E5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ond"/>
        </a:ext>
      </dgm:extLst>
    </dgm:pt>
    <dgm:pt modelId="{6C76FE64-8D00-4749-907A-8AF7E477607B}" type="pres">
      <dgm:prSet presAssocID="{AA4AF05D-DC8D-4F07-8BA3-3F8A2FEC3E50}" presName="spaceRect" presStyleCnt="0"/>
      <dgm:spPr/>
    </dgm:pt>
    <dgm:pt modelId="{3080991D-A3E8-44A2-BFEF-E7E7980D97AB}" type="pres">
      <dgm:prSet presAssocID="{AA4AF05D-DC8D-4F07-8BA3-3F8A2FEC3E50}" presName="textRect" presStyleLbl="revTx" presStyleIdx="0" presStyleCnt="3">
        <dgm:presLayoutVars>
          <dgm:chMax val="1"/>
          <dgm:chPref val="1"/>
        </dgm:presLayoutVars>
      </dgm:prSet>
      <dgm:spPr/>
    </dgm:pt>
    <dgm:pt modelId="{7779141B-3A78-44B6-96FE-077E5F52130B}" type="pres">
      <dgm:prSet presAssocID="{F2ECF460-CBD5-41B5-BB95-4DECEE8AEE4E}" presName="sibTrans" presStyleLbl="sibTrans2D1" presStyleIdx="0" presStyleCnt="0"/>
      <dgm:spPr/>
    </dgm:pt>
    <dgm:pt modelId="{3C740184-7C77-41E8-9D28-B77A09BFEFF8}" type="pres">
      <dgm:prSet presAssocID="{E265A5D5-CC75-460C-8913-6E34C1DAB567}" presName="compNode" presStyleCnt="0"/>
      <dgm:spPr/>
    </dgm:pt>
    <dgm:pt modelId="{0967F336-0DA2-420C-9639-B5F73B3705B3}" type="pres">
      <dgm:prSet presAssocID="{E265A5D5-CC75-460C-8913-6E34C1DAB567}" presName="iconBgRect" presStyleLbl="bgShp" presStyleIdx="1" presStyleCnt="3"/>
      <dgm:spPr/>
    </dgm:pt>
    <dgm:pt modelId="{74844AAF-06D2-497C-88E2-90AC8041B63C}" type="pres">
      <dgm:prSet presAssocID="{E265A5D5-CC75-460C-8913-6E34C1DAB5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51D2B698-99F6-4B1C-9231-DAFCB395A0D4}" type="pres">
      <dgm:prSet presAssocID="{E265A5D5-CC75-460C-8913-6E34C1DAB567}" presName="spaceRect" presStyleCnt="0"/>
      <dgm:spPr/>
    </dgm:pt>
    <dgm:pt modelId="{2401C0F0-FA10-4503-8ECB-41B93F3E6C3D}" type="pres">
      <dgm:prSet presAssocID="{E265A5D5-CC75-460C-8913-6E34C1DAB567}" presName="textRect" presStyleLbl="revTx" presStyleIdx="1" presStyleCnt="3">
        <dgm:presLayoutVars>
          <dgm:chMax val="1"/>
          <dgm:chPref val="1"/>
        </dgm:presLayoutVars>
      </dgm:prSet>
      <dgm:spPr/>
    </dgm:pt>
    <dgm:pt modelId="{DEBB65BC-FB5B-459B-8A2D-ACC93D23EE42}" type="pres">
      <dgm:prSet presAssocID="{A646B72D-FA81-41EC-B7C7-459BB9EC3C21}" presName="sibTrans" presStyleLbl="sibTrans2D1" presStyleIdx="0" presStyleCnt="0"/>
      <dgm:spPr/>
    </dgm:pt>
    <dgm:pt modelId="{438F5C14-6639-4401-9EC4-2FB87758FF79}" type="pres">
      <dgm:prSet presAssocID="{C31B97FF-4CF2-4113-A8E4-63C128A01FFF}" presName="compNode" presStyleCnt="0"/>
      <dgm:spPr/>
    </dgm:pt>
    <dgm:pt modelId="{27E1C039-2640-4404-8D62-E4982AD6562C}" type="pres">
      <dgm:prSet presAssocID="{C31B97FF-4CF2-4113-A8E4-63C128A01FFF}" presName="iconBgRect" presStyleLbl="bgShp" presStyleIdx="2" presStyleCnt="3"/>
      <dgm:spPr/>
    </dgm:pt>
    <dgm:pt modelId="{9219A929-616F-4763-B307-D5322122F899}" type="pres">
      <dgm:prSet presAssocID="{C31B97FF-4CF2-4113-A8E4-63C128A01FF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299CF27B-8AFD-46A8-B0B7-414A74E43D36}" type="pres">
      <dgm:prSet presAssocID="{C31B97FF-4CF2-4113-A8E4-63C128A01FFF}" presName="spaceRect" presStyleCnt="0"/>
      <dgm:spPr/>
    </dgm:pt>
    <dgm:pt modelId="{DEE86C5C-6465-4765-B6F0-D6D5E1F459E2}" type="pres">
      <dgm:prSet presAssocID="{C31B97FF-4CF2-4113-A8E4-63C128A01FF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6ED4C12-AA23-46C0-A6BC-562DC65045CB}" type="presOf" srcId="{E265A5D5-CC75-460C-8913-6E34C1DAB567}" destId="{2401C0F0-FA10-4503-8ECB-41B93F3E6C3D}" srcOrd="0" destOrd="0" presId="urn:microsoft.com/office/officeart/2018/2/layout/IconCircleList"/>
    <dgm:cxn modelId="{CE81981B-C538-40B0-9121-1E66F9A35A13}" srcId="{F80A6D6F-844D-428D-BB65-C22BE6D2B88C}" destId="{C31B97FF-4CF2-4113-A8E4-63C128A01FFF}" srcOrd="2" destOrd="0" parTransId="{E506B725-F1D2-48A1-B13C-127FCADF5F0C}" sibTransId="{1666454D-723B-476E-BEBA-FE5A5D2BB158}"/>
    <dgm:cxn modelId="{FEA70F2A-EB8A-47FF-BB49-FFD15BCDE1F6}" type="presOf" srcId="{F80A6D6F-844D-428D-BB65-C22BE6D2B88C}" destId="{83EB14D4-8F74-4731-9D68-D56516BFB854}" srcOrd="0" destOrd="0" presId="urn:microsoft.com/office/officeart/2018/2/layout/IconCircleList"/>
    <dgm:cxn modelId="{C5241F7A-5D7B-42AF-9AEC-3B143DA32F88}" srcId="{F80A6D6F-844D-428D-BB65-C22BE6D2B88C}" destId="{E265A5D5-CC75-460C-8913-6E34C1DAB567}" srcOrd="1" destOrd="0" parTransId="{F96150FB-B9BE-4E25-9428-4FDE776813EE}" sibTransId="{A646B72D-FA81-41EC-B7C7-459BB9EC3C21}"/>
    <dgm:cxn modelId="{4822F28C-CBA4-4CF7-AD1F-D01BCCB665F7}" type="presOf" srcId="{A646B72D-FA81-41EC-B7C7-459BB9EC3C21}" destId="{DEBB65BC-FB5B-459B-8A2D-ACC93D23EE42}" srcOrd="0" destOrd="0" presId="urn:microsoft.com/office/officeart/2018/2/layout/IconCircleList"/>
    <dgm:cxn modelId="{450337AB-AFFA-46FF-862D-9B0181DC457A}" type="presOf" srcId="{C31B97FF-4CF2-4113-A8E4-63C128A01FFF}" destId="{DEE86C5C-6465-4765-B6F0-D6D5E1F459E2}" srcOrd="0" destOrd="0" presId="urn:microsoft.com/office/officeart/2018/2/layout/IconCircleList"/>
    <dgm:cxn modelId="{FF7CBAB6-E2AD-4F25-A8B2-729A32DD4669}" type="presOf" srcId="{F2ECF460-CBD5-41B5-BB95-4DECEE8AEE4E}" destId="{7779141B-3A78-44B6-96FE-077E5F52130B}" srcOrd="0" destOrd="0" presId="urn:microsoft.com/office/officeart/2018/2/layout/IconCircleList"/>
    <dgm:cxn modelId="{F27AF2CB-8F0D-44D1-85A0-FF6DE8F5DB23}" type="presOf" srcId="{AA4AF05D-DC8D-4F07-8BA3-3F8A2FEC3E50}" destId="{3080991D-A3E8-44A2-BFEF-E7E7980D97AB}" srcOrd="0" destOrd="0" presId="urn:microsoft.com/office/officeart/2018/2/layout/IconCircleList"/>
    <dgm:cxn modelId="{A60389FD-5B30-45CF-94E2-92027DE39666}" srcId="{F80A6D6F-844D-428D-BB65-C22BE6D2B88C}" destId="{AA4AF05D-DC8D-4F07-8BA3-3F8A2FEC3E50}" srcOrd="0" destOrd="0" parTransId="{95CA6F6F-779F-4669-A209-5E32C3E0B9E5}" sibTransId="{F2ECF460-CBD5-41B5-BB95-4DECEE8AEE4E}"/>
    <dgm:cxn modelId="{67B616D5-BBDE-494B-962D-D0A2FD62E22C}" type="presParOf" srcId="{83EB14D4-8F74-4731-9D68-D56516BFB854}" destId="{8D2ADC83-9A7D-4F82-808B-15BB326124A9}" srcOrd="0" destOrd="0" presId="urn:microsoft.com/office/officeart/2018/2/layout/IconCircleList"/>
    <dgm:cxn modelId="{88F5AC7C-B45F-41F0-A677-A3EF6D517EA2}" type="presParOf" srcId="{8D2ADC83-9A7D-4F82-808B-15BB326124A9}" destId="{0F7BAD22-7EA4-45AB-8219-D1A94E822255}" srcOrd="0" destOrd="0" presId="urn:microsoft.com/office/officeart/2018/2/layout/IconCircleList"/>
    <dgm:cxn modelId="{6B52C182-A2F3-425C-ABD5-BBD13AFFDC35}" type="presParOf" srcId="{0F7BAD22-7EA4-45AB-8219-D1A94E822255}" destId="{377BC218-AA0F-40E2-814E-B2CFC6A01926}" srcOrd="0" destOrd="0" presId="urn:microsoft.com/office/officeart/2018/2/layout/IconCircleList"/>
    <dgm:cxn modelId="{B48C9EA1-971E-4F11-A1E3-BA4245403735}" type="presParOf" srcId="{0F7BAD22-7EA4-45AB-8219-D1A94E822255}" destId="{3C1F21E3-DF97-4231-B234-04BC76F6BF85}" srcOrd="1" destOrd="0" presId="urn:microsoft.com/office/officeart/2018/2/layout/IconCircleList"/>
    <dgm:cxn modelId="{2D8B775C-EBE4-4346-973C-9E8DE6478336}" type="presParOf" srcId="{0F7BAD22-7EA4-45AB-8219-D1A94E822255}" destId="{6C76FE64-8D00-4749-907A-8AF7E477607B}" srcOrd="2" destOrd="0" presId="urn:microsoft.com/office/officeart/2018/2/layout/IconCircleList"/>
    <dgm:cxn modelId="{BBC2BFAE-33DC-416A-9ED6-8B78FE34C3C9}" type="presParOf" srcId="{0F7BAD22-7EA4-45AB-8219-D1A94E822255}" destId="{3080991D-A3E8-44A2-BFEF-E7E7980D97AB}" srcOrd="3" destOrd="0" presId="urn:microsoft.com/office/officeart/2018/2/layout/IconCircleList"/>
    <dgm:cxn modelId="{0A038FCB-C35F-4960-99B1-D123C5722CD6}" type="presParOf" srcId="{8D2ADC83-9A7D-4F82-808B-15BB326124A9}" destId="{7779141B-3A78-44B6-96FE-077E5F52130B}" srcOrd="1" destOrd="0" presId="urn:microsoft.com/office/officeart/2018/2/layout/IconCircleList"/>
    <dgm:cxn modelId="{49786F80-2467-48FA-A8D2-7CCDC7DB65AF}" type="presParOf" srcId="{8D2ADC83-9A7D-4F82-808B-15BB326124A9}" destId="{3C740184-7C77-41E8-9D28-B77A09BFEFF8}" srcOrd="2" destOrd="0" presId="urn:microsoft.com/office/officeart/2018/2/layout/IconCircleList"/>
    <dgm:cxn modelId="{E11CFFF4-A663-4C93-A0CA-51F58B451A2F}" type="presParOf" srcId="{3C740184-7C77-41E8-9D28-B77A09BFEFF8}" destId="{0967F336-0DA2-420C-9639-B5F73B3705B3}" srcOrd="0" destOrd="0" presId="urn:microsoft.com/office/officeart/2018/2/layout/IconCircleList"/>
    <dgm:cxn modelId="{E89704F0-389D-4A03-83A6-0F613993E03E}" type="presParOf" srcId="{3C740184-7C77-41E8-9D28-B77A09BFEFF8}" destId="{74844AAF-06D2-497C-88E2-90AC8041B63C}" srcOrd="1" destOrd="0" presId="urn:microsoft.com/office/officeart/2018/2/layout/IconCircleList"/>
    <dgm:cxn modelId="{4182E970-4E7B-444C-898D-BF470D075FF4}" type="presParOf" srcId="{3C740184-7C77-41E8-9D28-B77A09BFEFF8}" destId="{51D2B698-99F6-4B1C-9231-DAFCB395A0D4}" srcOrd="2" destOrd="0" presId="urn:microsoft.com/office/officeart/2018/2/layout/IconCircleList"/>
    <dgm:cxn modelId="{C4EBBBF0-578F-430B-BCD1-CC3D180BB822}" type="presParOf" srcId="{3C740184-7C77-41E8-9D28-B77A09BFEFF8}" destId="{2401C0F0-FA10-4503-8ECB-41B93F3E6C3D}" srcOrd="3" destOrd="0" presId="urn:microsoft.com/office/officeart/2018/2/layout/IconCircleList"/>
    <dgm:cxn modelId="{2CB9C329-0F95-461E-8DFD-6E4E15EBE563}" type="presParOf" srcId="{8D2ADC83-9A7D-4F82-808B-15BB326124A9}" destId="{DEBB65BC-FB5B-459B-8A2D-ACC93D23EE42}" srcOrd="3" destOrd="0" presId="urn:microsoft.com/office/officeart/2018/2/layout/IconCircleList"/>
    <dgm:cxn modelId="{191E688D-580A-4223-B543-529868357318}" type="presParOf" srcId="{8D2ADC83-9A7D-4F82-808B-15BB326124A9}" destId="{438F5C14-6639-4401-9EC4-2FB87758FF79}" srcOrd="4" destOrd="0" presId="urn:microsoft.com/office/officeart/2018/2/layout/IconCircleList"/>
    <dgm:cxn modelId="{400536D4-70CE-4EE8-86E3-135A70FF56A1}" type="presParOf" srcId="{438F5C14-6639-4401-9EC4-2FB87758FF79}" destId="{27E1C039-2640-4404-8D62-E4982AD6562C}" srcOrd="0" destOrd="0" presId="urn:microsoft.com/office/officeart/2018/2/layout/IconCircleList"/>
    <dgm:cxn modelId="{9C602DA6-9AF0-4D9A-AED9-0C6B6FFF9558}" type="presParOf" srcId="{438F5C14-6639-4401-9EC4-2FB87758FF79}" destId="{9219A929-616F-4763-B307-D5322122F899}" srcOrd="1" destOrd="0" presId="urn:microsoft.com/office/officeart/2018/2/layout/IconCircleList"/>
    <dgm:cxn modelId="{D1A8CDFF-F7DE-47C6-93B8-813E189B3969}" type="presParOf" srcId="{438F5C14-6639-4401-9EC4-2FB87758FF79}" destId="{299CF27B-8AFD-46A8-B0B7-414A74E43D36}" srcOrd="2" destOrd="0" presId="urn:microsoft.com/office/officeart/2018/2/layout/IconCircleList"/>
    <dgm:cxn modelId="{24DBB6B0-A2CA-41CA-B0E1-00AAD7DE299B}" type="presParOf" srcId="{438F5C14-6639-4401-9EC4-2FB87758FF79}" destId="{DEE86C5C-6465-4765-B6F0-D6D5E1F459E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BBB61B-D0A0-4E12-83CB-52D2515F281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637F540-7FCF-47F4-885B-227FD499E838}">
      <dgm:prSet/>
      <dgm:spPr/>
      <dgm:t>
        <a:bodyPr/>
        <a:lstStyle/>
        <a:p>
          <a:r>
            <a:rPr lang="en-GB"/>
            <a:t>Definition: Protects the visual appearance or aesthetics of a product.</a:t>
          </a:r>
          <a:endParaRPr lang="en-US"/>
        </a:p>
      </dgm:t>
    </dgm:pt>
    <dgm:pt modelId="{B0D23859-20C1-4DDB-BF77-D6D567E59464}" type="parTrans" cxnId="{2556AF18-1C0E-4026-BAB7-BDBBE9D7A934}">
      <dgm:prSet/>
      <dgm:spPr/>
      <dgm:t>
        <a:bodyPr/>
        <a:lstStyle/>
        <a:p>
          <a:endParaRPr lang="en-US"/>
        </a:p>
      </dgm:t>
    </dgm:pt>
    <dgm:pt modelId="{F88D1217-BEE4-4F73-B200-7EBC40742001}" type="sibTrans" cxnId="{2556AF18-1C0E-4026-BAB7-BDBBE9D7A934}">
      <dgm:prSet/>
      <dgm:spPr/>
      <dgm:t>
        <a:bodyPr/>
        <a:lstStyle/>
        <a:p>
          <a:endParaRPr lang="en-US"/>
        </a:p>
      </dgm:t>
    </dgm:pt>
    <dgm:pt modelId="{91EB6DAD-3896-4767-B1D8-2317FC1AF007}">
      <dgm:prSet/>
      <dgm:spPr/>
      <dgm:t>
        <a:bodyPr/>
        <a:lstStyle/>
        <a:p>
          <a:r>
            <a:rPr lang="en-GB"/>
            <a:t>Durtation: Varies by region; typically 10-25 years.</a:t>
          </a:r>
          <a:endParaRPr lang="en-US"/>
        </a:p>
      </dgm:t>
    </dgm:pt>
    <dgm:pt modelId="{F61A318D-A952-4ED0-8F40-B0E4DFB6CD05}" type="parTrans" cxnId="{56FF65FD-D5D3-4BFE-8893-1A2D548C812A}">
      <dgm:prSet/>
      <dgm:spPr/>
      <dgm:t>
        <a:bodyPr/>
        <a:lstStyle/>
        <a:p>
          <a:endParaRPr lang="en-US"/>
        </a:p>
      </dgm:t>
    </dgm:pt>
    <dgm:pt modelId="{ABEA4822-E188-4105-B88D-2004EFE7EEE4}" type="sibTrans" cxnId="{56FF65FD-D5D3-4BFE-8893-1A2D548C812A}">
      <dgm:prSet/>
      <dgm:spPr/>
      <dgm:t>
        <a:bodyPr/>
        <a:lstStyle/>
        <a:p>
          <a:endParaRPr lang="en-US"/>
        </a:p>
      </dgm:t>
    </dgm:pt>
    <dgm:pt modelId="{B3813D91-D0AC-4200-BB3A-87C46ABE4FC6}">
      <dgm:prSet/>
      <dgm:spPr/>
      <dgm:t>
        <a:bodyPr/>
        <a:lstStyle/>
        <a:p>
          <a:r>
            <a:rPr lang="en-GB"/>
            <a:t>Example: Unique smartphone designs, furniture, fashion items.</a:t>
          </a:r>
          <a:endParaRPr lang="en-US"/>
        </a:p>
      </dgm:t>
    </dgm:pt>
    <dgm:pt modelId="{604F4AE5-D40A-430F-AF72-299FC4FB252D}" type="parTrans" cxnId="{52E1E582-E364-4719-BEE1-03F0D14B1319}">
      <dgm:prSet/>
      <dgm:spPr/>
      <dgm:t>
        <a:bodyPr/>
        <a:lstStyle/>
        <a:p>
          <a:endParaRPr lang="en-US"/>
        </a:p>
      </dgm:t>
    </dgm:pt>
    <dgm:pt modelId="{82020DDB-BB0E-4B68-AC87-401DCE301708}" type="sibTrans" cxnId="{52E1E582-E364-4719-BEE1-03F0D14B1319}">
      <dgm:prSet/>
      <dgm:spPr/>
      <dgm:t>
        <a:bodyPr/>
        <a:lstStyle/>
        <a:p>
          <a:endParaRPr lang="en-US"/>
        </a:p>
      </dgm:t>
    </dgm:pt>
    <dgm:pt modelId="{36BB9B3B-193B-479E-8019-162F3435F28E}" type="pres">
      <dgm:prSet presAssocID="{D0BBB61B-D0A0-4E12-83CB-52D2515F2815}" presName="linear" presStyleCnt="0">
        <dgm:presLayoutVars>
          <dgm:animLvl val="lvl"/>
          <dgm:resizeHandles val="exact"/>
        </dgm:presLayoutVars>
      </dgm:prSet>
      <dgm:spPr/>
    </dgm:pt>
    <dgm:pt modelId="{8BA1F47D-6EBF-407B-B07F-6021310C4BBA}" type="pres">
      <dgm:prSet presAssocID="{D637F540-7FCF-47F4-885B-227FD499E83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AABF7C6-87F0-47F5-A79E-A82B9D33D587}" type="pres">
      <dgm:prSet presAssocID="{F88D1217-BEE4-4F73-B200-7EBC40742001}" presName="spacer" presStyleCnt="0"/>
      <dgm:spPr/>
    </dgm:pt>
    <dgm:pt modelId="{3A7A3825-C394-4CDF-93DE-ACE1D237999C}" type="pres">
      <dgm:prSet presAssocID="{91EB6DAD-3896-4767-B1D8-2317FC1AF00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2F34616-E24A-4737-A7CC-E839F34698F6}" type="pres">
      <dgm:prSet presAssocID="{ABEA4822-E188-4105-B88D-2004EFE7EEE4}" presName="spacer" presStyleCnt="0"/>
      <dgm:spPr/>
    </dgm:pt>
    <dgm:pt modelId="{AA1EBB91-7D45-405D-AAC9-B8C637C1EEDD}" type="pres">
      <dgm:prSet presAssocID="{B3813D91-D0AC-4200-BB3A-87C46ABE4FC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556AF18-1C0E-4026-BAB7-BDBBE9D7A934}" srcId="{D0BBB61B-D0A0-4E12-83CB-52D2515F2815}" destId="{D637F540-7FCF-47F4-885B-227FD499E838}" srcOrd="0" destOrd="0" parTransId="{B0D23859-20C1-4DDB-BF77-D6D567E59464}" sibTransId="{F88D1217-BEE4-4F73-B200-7EBC40742001}"/>
    <dgm:cxn modelId="{5B6DC137-012C-4314-BC25-CA780C8117A9}" type="presOf" srcId="{D637F540-7FCF-47F4-885B-227FD499E838}" destId="{8BA1F47D-6EBF-407B-B07F-6021310C4BBA}" srcOrd="0" destOrd="0" presId="urn:microsoft.com/office/officeart/2005/8/layout/vList2"/>
    <dgm:cxn modelId="{52E1E582-E364-4719-BEE1-03F0D14B1319}" srcId="{D0BBB61B-D0A0-4E12-83CB-52D2515F2815}" destId="{B3813D91-D0AC-4200-BB3A-87C46ABE4FC6}" srcOrd="2" destOrd="0" parTransId="{604F4AE5-D40A-430F-AF72-299FC4FB252D}" sibTransId="{82020DDB-BB0E-4B68-AC87-401DCE301708}"/>
    <dgm:cxn modelId="{90F178A1-D76E-4E4C-B1CD-7458E7286BA1}" type="presOf" srcId="{D0BBB61B-D0A0-4E12-83CB-52D2515F2815}" destId="{36BB9B3B-193B-479E-8019-162F3435F28E}" srcOrd="0" destOrd="0" presId="urn:microsoft.com/office/officeart/2005/8/layout/vList2"/>
    <dgm:cxn modelId="{9A3FFFAD-6933-4C11-BA87-6D4DFB58B729}" type="presOf" srcId="{91EB6DAD-3896-4767-B1D8-2317FC1AF007}" destId="{3A7A3825-C394-4CDF-93DE-ACE1D237999C}" srcOrd="0" destOrd="0" presId="urn:microsoft.com/office/officeart/2005/8/layout/vList2"/>
    <dgm:cxn modelId="{9740A1B3-C109-48B1-95E3-2BEF1125B03A}" type="presOf" srcId="{B3813D91-D0AC-4200-BB3A-87C46ABE4FC6}" destId="{AA1EBB91-7D45-405D-AAC9-B8C637C1EEDD}" srcOrd="0" destOrd="0" presId="urn:microsoft.com/office/officeart/2005/8/layout/vList2"/>
    <dgm:cxn modelId="{56FF65FD-D5D3-4BFE-8893-1A2D548C812A}" srcId="{D0BBB61B-D0A0-4E12-83CB-52D2515F2815}" destId="{91EB6DAD-3896-4767-B1D8-2317FC1AF007}" srcOrd="1" destOrd="0" parTransId="{F61A318D-A952-4ED0-8F40-B0E4DFB6CD05}" sibTransId="{ABEA4822-E188-4105-B88D-2004EFE7EEE4}"/>
    <dgm:cxn modelId="{A6D83E6F-A15F-488B-AF45-6477192C449F}" type="presParOf" srcId="{36BB9B3B-193B-479E-8019-162F3435F28E}" destId="{8BA1F47D-6EBF-407B-B07F-6021310C4BBA}" srcOrd="0" destOrd="0" presId="urn:microsoft.com/office/officeart/2005/8/layout/vList2"/>
    <dgm:cxn modelId="{B11090C6-6987-4CD6-89F1-50F1AC6811CB}" type="presParOf" srcId="{36BB9B3B-193B-479E-8019-162F3435F28E}" destId="{7AABF7C6-87F0-47F5-A79E-A82B9D33D587}" srcOrd="1" destOrd="0" presId="urn:microsoft.com/office/officeart/2005/8/layout/vList2"/>
    <dgm:cxn modelId="{E991A67A-9005-4EAD-800E-F1249B5764DC}" type="presParOf" srcId="{36BB9B3B-193B-479E-8019-162F3435F28E}" destId="{3A7A3825-C394-4CDF-93DE-ACE1D237999C}" srcOrd="2" destOrd="0" presId="urn:microsoft.com/office/officeart/2005/8/layout/vList2"/>
    <dgm:cxn modelId="{5005F816-7687-4A2F-B465-3C3A566457DD}" type="presParOf" srcId="{36BB9B3B-193B-479E-8019-162F3435F28E}" destId="{02F34616-E24A-4737-A7CC-E839F34698F6}" srcOrd="3" destOrd="0" presId="urn:microsoft.com/office/officeart/2005/8/layout/vList2"/>
    <dgm:cxn modelId="{0028E5DC-18BC-48E4-A1D8-4AD1E7C98070}" type="presParOf" srcId="{36BB9B3B-193B-479E-8019-162F3435F28E}" destId="{AA1EBB91-7D45-405D-AAC9-B8C637C1EED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A298739-1751-45F4-8A43-5DF98DAA2C1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ECF7E13-F170-4142-86AF-E194F8928942}">
      <dgm:prSet/>
      <dgm:spPr/>
      <dgm:t>
        <a:bodyPr/>
        <a:lstStyle/>
        <a:p>
          <a:r>
            <a:rPr lang="en-GB"/>
            <a:t>Definition: Grants exclusive rights to inventors for new, useful, and non-obvious inventions.</a:t>
          </a:r>
          <a:endParaRPr lang="en-US"/>
        </a:p>
      </dgm:t>
    </dgm:pt>
    <dgm:pt modelId="{9F370E58-586F-4176-93FD-A51E916EB75A}" type="parTrans" cxnId="{9CC9D768-7383-4AC0-91E8-959EF90F8EBD}">
      <dgm:prSet/>
      <dgm:spPr/>
      <dgm:t>
        <a:bodyPr/>
        <a:lstStyle/>
        <a:p>
          <a:endParaRPr lang="en-US"/>
        </a:p>
      </dgm:t>
    </dgm:pt>
    <dgm:pt modelId="{C9633224-B830-4521-A9E1-E727B165C801}" type="sibTrans" cxnId="{9CC9D768-7383-4AC0-91E8-959EF90F8EBD}">
      <dgm:prSet/>
      <dgm:spPr/>
      <dgm:t>
        <a:bodyPr/>
        <a:lstStyle/>
        <a:p>
          <a:endParaRPr lang="en-US"/>
        </a:p>
      </dgm:t>
    </dgm:pt>
    <dgm:pt modelId="{0227936F-AB9F-43E1-AC0A-BB2A4F419890}">
      <dgm:prSet/>
      <dgm:spPr/>
      <dgm:t>
        <a:bodyPr/>
        <a:lstStyle/>
        <a:p>
          <a:r>
            <a:rPr lang="en-GB" dirty="0"/>
            <a:t>Duration: </a:t>
          </a:r>
          <a:r>
            <a:rPr lang="en-GB" dirty="0" err="1"/>
            <a:t>Typicaly</a:t>
          </a:r>
          <a:r>
            <a:rPr lang="en-GB" dirty="0"/>
            <a:t> 20 years from the filing date.</a:t>
          </a:r>
          <a:endParaRPr lang="en-US" dirty="0"/>
        </a:p>
      </dgm:t>
    </dgm:pt>
    <dgm:pt modelId="{5CD57258-32EB-4CB7-8C84-6442FFAB714C}" type="parTrans" cxnId="{6C7F5EBD-68CD-4491-B9E0-69E64C0A5724}">
      <dgm:prSet/>
      <dgm:spPr/>
      <dgm:t>
        <a:bodyPr/>
        <a:lstStyle/>
        <a:p>
          <a:endParaRPr lang="en-US"/>
        </a:p>
      </dgm:t>
    </dgm:pt>
    <dgm:pt modelId="{140159B1-39C6-45D9-8270-E2556EBDC4BC}" type="sibTrans" cxnId="{6C7F5EBD-68CD-4491-B9E0-69E64C0A5724}">
      <dgm:prSet/>
      <dgm:spPr/>
      <dgm:t>
        <a:bodyPr/>
        <a:lstStyle/>
        <a:p>
          <a:endParaRPr lang="en-US"/>
        </a:p>
      </dgm:t>
    </dgm:pt>
    <dgm:pt modelId="{37E479D8-723D-4A6E-881B-65879AA3161F}">
      <dgm:prSet/>
      <dgm:spPr/>
      <dgm:t>
        <a:bodyPr/>
        <a:lstStyle/>
        <a:p>
          <a:r>
            <a:rPr lang="en-GB"/>
            <a:t>Example: Pharmaceutical drugs, technological innovations.</a:t>
          </a:r>
          <a:endParaRPr lang="en-US"/>
        </a:p>
      </dgm:t>
    </dgm:pt>
    <dgm:pt modelId="{6AB40774-7D07-4450-86EF-80C3E799C151}" type="parTrans" cxnId="{98AE28E6-7F26-47F1-8D5E-87982E126ED3}">
      <dgm:prSet/>
      <dgm:spPr/>
      <dgm:t>
        <a:bodyPr/>
        <a:lstStyle/>
        <a:p>
          <a:endParaRPr lang="en-US"/>
        </a:p>
      </dgm:t>
    </dgm:pt>
    <dgm:pt modelId="{BB2D4E9C-8927-4131-89EF-AD97DC28059E}" type="sibTrans" cxnId="{98AE28E6-7F26-47F1-8D5E-87982E126ED3}">
      <dgm:prSet/>
      <dgm:spPr/>
      <dgm:t>
        <a:bodyPr/>
        <a:lstStyle/>
        <a:p>
          <a:endParaRPr lang="en-US"/>
        </a:p>
      </dgm:t>
    </dgm:pt>
    <dgm:pt modelId="{B319E0F4-8527-47A9-9232-9A59C227A934}" type="pres">
      <dgm:prSet presAssocID="{3A298739-1751-45F4-8A43-5DF98DAA2C13}" presName="root" presStyleCnt="0">
        <dgm:presLayoutVars>
          <dgm:dir/>
          <dgm:resizeHandles val="exact"/>
        </dgm:presLayoutVars>
      </dgm:prSet>
      <dgm:spPr/>
    </dgm:pt>
    <dgm:pt modelId="{09034384-63B9-45AE-87F1-EB13CEA62D61}" type="pres">
      <dgm:prSet presAssocID="{3A298739-1751-45F4-8A43-5DF98DAA2C13}" presName="container" presStyleCnt="0">
        <dgm:presLayoutVars>
          <dgm:dir/>
          <dgm:resizeHandles val="exact"/>
        </dgm:presLayoutVars>
      </dgm:prSet>
      <dgm:spPr/>
    </dgm:pt>
    <dgm:pt modelId="{A01A1572-8F45-4124-A00D-267F3314FA88}" type="pres">
      <dgm:prSet presAssocID="{DECF7E13-F170-4142-86AF-E194F8928942}" presName="compNode" presStyleCnt="0"/>
      <dgm:spPr/>
    </dgm:pt>
    <dgm:pt modelId="{A9E3FDC9-3731-465B-A688-F44D4B3CE8BA}" type="pres">
      <dgm:prSet presAssocID="{DECF7E13-F170-4142-86AF-E194F8928942}" presName="iconBgRect" presStyleLbl="bgShp" presStyleIdx="0" presStyleCnt="3"/>
      <dgm:spPr/>
    </dgm:pt>
    <dgm:pt modelId="{1F2B95C9-7425-4531-BC3A-FB9239E339E2}" type="pres">
      <dgm:prSet presAssocID="{DECF7E13-F170-4142-86AF-E194F892894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DEA515FD-FE6C-40D0-80E8-39D8761E847A}" type="pres">
      <dgm:prSet presAssocID="{DECF7E13-F170-4142-86AF-E194F8928942}" presName="spaceRect" presStyleCnt="0"/>
      <dgm:spPr/>
    </dgm:pt>
    <dgm:pt modelId="{158D3943-CBCD-4728-9D47-A64E19CECB2D}" type="pres">
      <dgm:prSet presAssocID="{DECF7E13-F170-4142-86AF-E194F8928942}" presName="textRect" presStyleLbl="revTx" presStyleIdx="0" presStyleCnt="3">
        <dgm:presLayoutVars>
          <dgm:chMax val="1"/>
          <dgm:chPref val="1"/>
        </dgm:presLayoutVars>
      </dgm:prSet>
      <dgm:spPr/>
    </dgm:pt>
    <dgm:pt modelId="{C90295BF-7BA9-483B-8946-3293090F4DF9}" type="pres">
      <dgm:prSet presAssocID="{C9633224-B830-4521-A9E1-E727B165C801}" presName="sibTrans" presStyleLbl="sibTrans2D1" presStyleIdx="0" presStyleCnt="0"/>
      <dgm:spPr/>
    </dgm:pt>
    <dgm:pt modelId="{7A2F1B4A-8751-48BD-A92E-ABBBC400E5EC}" type="pres">
      <dgm:prSet presAssocID="{0227936F-AB9F-43E1-AC0A-BB2A4F419890}" presName="compNode" presStyleCnt="0"/>
      <dgm:spPr/>
    </dgm:pt>
    <dgm:pt modelId="{7D196B97-7A04-41A9-BB40-AF707E1DEC3E}" type="pres">
      <dgm:prSet presAssocID="{0227936F-AB9F-43E1-AC0A-BB2A4F419890}" presName="iconBgRect" presStyleLbl="bgShp" presStyleIdx="1" presStyleCnt="3"/>
      <dgm:spPr/>
    </dgm:pt>
    <dgm:pt modelId="{74EB8D64-2E1D-4DBB-828E-EC3ED1D098F6}" type="pres">
      <dgm:prSet presAssocID="{0227936F-AB9F-43E1-AC0A-BB2A4F4198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DF4C0D08-5571-4D14-AB34-BB2A5495ABAD}" type="pres">
      <dgm:prSet presAssocID="{0227936F-AB9F-43E1-AC0A-BB2A4F419890}" presName="spaceRect" presStyleCnt="0"/>
      <dgm:spPr/>
    </dgm:pt>
    <dgm:pt modelId="{BEB49614-F000-45D3-A88C-67A8DCEBFA49}" type="pres">
      <dgm:prSet presAssocID="{0227936F-AB9F-43E1-AC0A-BB2A4F419890}" presName="textRect" presStyleLbl="revTx" presStyleIdx="1" presStyleCnt="3">
        <dgm:presLayoutVars>
          <dgm:chMax val="1"/>
          <dgm:chPref val="1"/>
        </dgm:presLayoutVars>
      </dgm:prSet>
      <dgm:spPr/>
    </dgm:pt>
    <dgm:pt modelId="{5CF39A56-33DA-43E7-AB35-6BC2ACE5719E}" type="pres">
      <dgm:prSet presAssocID="{140159B1-39C6-45D9-8270-E2556EBDC4BC}" presName="sibTrans" presStyleLbl="sibTrans2D1" presStyleIdx="0" presStyleCnt="0"/>
      <dgm:spPr/>
    </dgm:pt>
    <dgm:pt modelId="{F72E8DB1-588E-4D0B-B274-6FE388C239E1}" type="pres">
      <dgm:prSet presAssocID="{37E479D8-723D-4A6E-881B-65879AA3161F}" presName="compNode" presStyleCnt="0"/>
      <dgm:spPr/>
    </dgm:pt>
    <dgm:pt modelId="{AE52176E-7760-46E3-BD0C-81390408416A}" type="pres">
      <dgm:prSet presAssocID="{37E479D8-723D-4A6E-881B-65879AA3161F}" presName="iconBgRect" presStyleLbl="bgShp" presStyleIdx="2" presStyleCnt="3"/>
      <dgm:spPr/>
    </dgm:pt>
    <dgm:pt modelId="{D3EAC67C-7ED5-4932-800B-ACDB4608D6A8}" type="pres">
      <dgm:prSet presAssocID="{37E479D8-723D-4A6E-881B-65879AA3161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952F4295-1B59-4F3A-B7FB-B29DCD53B7AE}" type="pres">
      <dgm:prSet presAssocID="{37E479D8-723D-4A6E-881B-65879AA3161F}" presName="spaceRect" presStyleCnt="0"/>
      <dgm:spPr/>
    </dgm:pt>
    <dgm:pt modelId="{34592B4B-8DA4-46A8-9270-1C897D417C1E}" type="pres">
      <dgm:prSet presAssocID="{37E479D8-723D-4A6E-881B-65879AA3161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A917A21-1E20-4BDA-A38E-C9FA9667C891}" type="presOf" srcId="{DECF7E13-F170-4142-86AF-E194F8928942}" destId="{158D3943-CBCD-4728-9D47-A64E19CECB2D}" srcOrd="0" destOrd="0" presId="urn:microsoft.com/office/officeart/2018/2/layout/IconCircleList"/>
    <dgm:cxn modelId="{9AB5EC62-58DF-4248-84DA-7139AD003175}" type="presOf" srcId="{140159B1-39C6-45D9-8270-E2556EBDC4BC}" destId="{5CF39A56-33DA-43E7-AB35-6BC2ACE5719E}" srcOrd="0" destOrd="0" presId="urn:microsoft.com/office/officeart/2018/2/layout/IconCircleList"/>
    <dgm:cxn modelId="{A72AFE62-5F4B-4CE6-829B-A8E8BCEAB48E}" type="presOf" srcId="{0227936F-AB9F-43E1-AC0A-BB2A4F419890}" destId="{BEB49614-F000-45D3-A88C-67A8DCEBFA49}" srcOrd="0" destOrd="0" presId="urn:microsoft.com/office/officeart/2018/2/layout/IconCircleList"/>
    <dgm:cxn modelId="{9CC9D768-7383-4AC0-91E8-959EF90F8EBD}" srcId="{3A298739-1751-45F4-8A43-5DF98DAA2C13}" destId="{DECF7E13-F170-4142-86AF-E194F8928942}" srcOrd="0" destOrd="0" parTransId="{9F370E58-586F-4176-93FD-A51E916EB75A}" sibTransId="{C9633224-B830-4521-A9E1-E727B165C801}"/>
    <dgm:cxn modelId="{61172078-BA20-4631-B215-6DB1E466E9A5}" type="presOf" srcId="{C9633224-B830-4521-A9E1-E727B165C801}" destId="{C90295BF-7BA9-483B-8946-3293090F4DF9}" srcOrd="0" destOrd="0" presId="urn:microsoft.com/office/officeart/2018/2/layout/IconCircleList"/>
    <dgm:cxn modelId="{837AA1A1-5E60-4D92-A72B-2CAFDBB334C8}" type="presOf" srcId="{37E479D8-723D-4A6E-881B-65879AA3161F}" destId="{34592B4B-8DA4-46A8-9270-1C897D417C1E}" srcOrd="0" destOrd="0" presId="urn:microsoft.com/office/officeart/2018/2/layout/IconCircleList"/>
    <dgm:cxn modelId="{6C7F5EBD-68CD-4491-B9E0-69E64C0A5724}" srcId="{3A298739-1751-45F4-8A43-5DF98DAA2C13}" destId="{0227936F-AB9F-43E1-AC0A-BB2A4F419890}" srcOrd="1" destOrd="0" parTransId="{5CD57258-32EB-4CB7-8C84-6442FFAB714C}" sibTransId="{140159B1-39C6-45D9-8270-E2556EBDC4BC}"/>
    <dgm:cxn modelId="{A475BBD8-7E7E-4E10-B038-0BD69ABB5EC8}" type="presOf" srcId="{3A298739-1751-45F4-8A43-5DF98DAA2C13}" destId="{B319E0F4-8527-47A9-9232-9A59C227A934}" srcOrd="0" destOrd="0" presId="urn:microsoft.com/office/officeart/2018/2/layout/IconCircleList"/>
    <dgm:cxn modelId="{98AE28E6-7F26-47F1-8D5E-87982E126ED3}" srcId="{3A298739-1751-45F4-8A43-5DF98DAA2C13}" destId="{37E479D8-723D-4A6E-881B-65879AA3161F}" srcOrd="2" destOrd="0" parTransId="{6AB40774-7D07-4450-86EF-80C3E799C151}" sibTransId="{BB2D4E9C-8927-4131-89EF-AD97DC28059E}"/>
    <dgm:cxn modelId="{87815BFE-0D78-44E9-86A3-E6F4D51BE0A5}" type="presParOf" srcId="{B319E0F4-8527-47A9-9232-9A59C227A934}" destId="{09034384-63B9-45AE-87F1-EB13CEA62D61}" srcOrd="0" destOrd="0" presId="urn:microsoft.com/office/officeart/2018/2/layout/IconCircleList"/>
    <dgm:cxn modelId="{7414192A-4D5F-486D-9151-8045AC10E02C}" type="presParOf" srcId="{09034384-63B9-45AE-87F1-EB13CEA62D61}" destId="{A01A1572-8F45-4124-A00D-267F3314FA88}" srcOrd="0" destOrd="0" presId="urn:microsoft.com/office/officeart/2018/2/layout/IconCircleList"/>
    <dgm:cxn modelId="{EDB682C9-4062-4626-8B4C-7C17ECA9078F}" type="presParOf" srcId="{A01A1572-8F45-4124-A00D-267F3314FA88}" destId="{A9E3FDC9-3731-465B-A688-F44D4B3CE8BA}" srcOrd="0" destOrd="0" presId="urn:microsoft.com/office/officeart/2018/2/layout/IconCircleList"/>
    <dgm:cxn modelId="{7574F51C-E79B-4B80-BE5C-31FA70F2EA35}" type="presParOf" srcId="{A01A1572-8F45-4124-A00D-267F3314FA88}" destId="{1F2B95C9-7425-4531-BC3A-FB9239E339E2}" srcOrd="1" destOrd="0" presId="urn:microsoft.com/office/officeart/2018/2/layout/IconCircleList"/>
    <dgm:cxn modelId="{FE781350-37BE-40F6-84A0-FF34067C0ECF}" type="presParOf" srcId="{A01A1572-8F45-4124-A00D-267F3314FA88}" destId="{DEA515FD-FE6C-40D0-80E8-39D8761E847A}" srcOrd="2" destOrd="0" presId="urn:microsoft.com/office/officeart/2018/2/layout/IconCircleList"/>
    <dgm:cxn modelId="{3B37240D-795F-43F1-8287-CF6C3C34FB99}" type="presParOf" srcId="{A01A1572-8F45-4124-A00D-267F3314FA88}" destId="{158D3943-CBCD-4728-9D47-A64E19CECB2D}" srcOrd="3" destOrd="0" presId="urn:microsoft.com/office/officeart/2018/2/layout/IconCircleList"/>
    <dgm:cxn modelId="{C4E326FB-4092-49EB-A9E9-D1E0E2F16AC7}" type="presParOf" srcId="{09034384-63B9-45AE-87F1-EB13CEA62D61}" destId="{C90295BF-7BA9-483B-8946-3293090F4DF9}" srcOrd="1" destOrd="0" presId="urn:microsoft.com/office/officeart/2018/2/layout/IconCircleList"/>
    <dgm:cxn modelId="{2DC82898-6048-4323-9D61-F0690656F565}" type="presParOf" srcId="{09034384-63B9-45AE-87F1-EB13CEA62D61}" destId="{7A2F1B4A-8751-48BD-A92E-ABBBC400E5EC}" srcOrd="2" destOrd="0" presId="urn:microsoft.com/office/officeart/2018/2/layout/IconCircleList"/>
    <dgm:cxn modelId="{48876CEF-8CF8-408C-A673-5F07AFC207E5}" type="presParOf" srcId="{7A2F1B4A-8751-48BD-A92E-ABBBC400E5EC}" destId="{7D196B97-7A04-41A9-BB40-AF707E1DEC3E}" srcOrd="0" destOrd="0" presId="urn:microsoft.com/office/officeart/2018/2/layout/IconCircleList"/>
    <dgm:cxn modelId="{5D6FA10C-E3E1-4FB2-B7CC-C23D96E823A8}" type="presParOf" srcId="{7A2F1B4A-8751-48BD-A92E-ABBBC400E5EC}" destId="{74EB8D64-2E1D-4DBB-828E-EC3ED1D098F6}" srcOrd="1" destOrd="0" presId="urn:microsoft.com/office/officeart/2018/2/layout/IconCircleList"/>
    <dgm:cxn modelId="{711BCF14-A711-4F9C-B9A5-E6BED7D20FE5}" type="presParOf" srcId="{7A2F1B4A-8751-48BD-A92E-ABBBC400E5EC}" destId="{DF4C0D08-5571-4D14-AB34-BB2A5495ABAD}" srcOrd="2" destOrd="0" presId="urn:microsoft.com/office/officeart/2018/2/layout/IconCircleList"/>
    <dgm:cxn modelId="{CA39618A-DE7E-48D7-BE2B-7C3E84252967}" type="presParOf" srcId="{7A2F1B4A-8751-48BD-A92E-ABBBC400E5EC}" destId="{BEB49614-F000-45D3-A88C-67A8DCEBFA49}" srcOrd="3" destOrd="0" presId="urn:microsoft.com/office/officeart/2018/2/layout/IconCircleList"/>
    <dgm:cxn modelId="{2A607EEA-A7B2-4696-8EB5-B85C9E6537B9}" type="presParOf" srcId="{09034384-63B9-45AE-87F1-EB13CEA62D61}" destId="{5CF39A56-33DA-43E7-AB35-6BC2ACE5719E}" srcOrd="3" destOrd="0" presId="urn:microsoft.com/office/officeart/2018/2/layout/IconCircleList"/>
    <dgm:cxn modelId="{5F165024-8875-4D28-A413-129172DE9A18}" type="presParOf" srcId="{09034384-63B9-45AE-87F1-EB13CEA62D61}" destId="{F72E8DB1-588E-4D0B-B274-6FE388C239E1}" srcOrd="4" destOrd="0" presId="urn:microsoft.com/office/officeart/2018/2/layout/IconCircleList"/>
    <dgm:cxn modelId="{517B041D-8FFF-43BA-9B4B-98C98226BAC4}" type="presParOf" srcId="{F72E8DB1-588E-4D0B-B274-6FE388C239E1}" destId="{AE52176E-7760-46E3-BD0C-81390408416A}" srcOrd="0" destOrd="0" presId="urn:microsoft.com/office/officeart/2018/2/layout/IconCircleList"/>
    <dgm:cxn modelId="{0E97F1D4-71BF-436E-96E3-CBFC92A835F3}" type="presParOf" srcId="{F72E8DB1-588E-4D0B-B274-6FE388C239E1}" destId="{D3EAC67C-7ED5-4932-800B-ACDB4608D6A8}" srcOrd="1" destOrd="0" presId="urn:microsoft.com/office/officeart/2018/2/layout/IconCircleList"/>
    <dgm:cxn modelId="{078F8BFD-2C47-4C80-B0D1-B97F3697B55F}" type="presParOf" srcId="{F72E8DB1-588E-4D0B-B274-6FE388C239E1}" destId="{952F4295-1B59-4F3A-B7FB-B29DCD53B7AE}" srcOrd="2" destOrd="0" presId="urn:microsoft.com/office/officeart/2018/2/layout/IconCircleList"/>
    <dgm:cxn modelId="{A0E52F91-94A6-4151-878F-DE7D5FD608D1}" type="presParOf" srcId="{F72E8DB1-588E-4D0B-B274-6FE388C239E1}" destId="{34592B4B-8DA4-46A8-9270-1C897D417C1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A7213CF-8B5C-49A7-8F5C-3048DED014D0}" type="doc">
      <dgm:prSet loTypeId="urn:microsoft.com/office/officeart/2005/8/layout/cycle5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16FB843-5105-4134-BD4A-B9CEB3D85351}">
      <dgm:prSet/>
      <dgm:spPr/>
      <dgm:t>
        <a:bodyPr/>
        <a:lstStyle/>
        <a:p>
          <a:r>
            <a:rPr lang="en-GB"/>
            <a:t>Intellectual Property is essential for businesses to protect their creative and innovative assets.</a:t>
          </a:r>
          <a:endParaRPr lang="en-US"/>
        </a:p>
      </dgm:t>
    </dgm:pt>
    <dgm:pt modelId="{47BC2FB3-19D7-4534-B333-559C124DEF5A}" type="parTrans" cxnId="{A28EEBDF-5949-4BAD-8D4A-7F07B8F8C0AB}">
      <dgm:prSet/>
      <dgm:spPr/>
      <dgm:t>
        <a:bodyPr/>
        <a:lstStyle/>
        <a:p>
          <a:endParaRPr lang="en-US"/>
        </a:p>
      </dgm:t>
    </dgm:pt>
    <dgm:pt modelId="{26D6AFAB-C3FE-4451-A115-88ABC7A76D43}" type="sibTrans" cxnId="{A28EEBDF-5949-4BAD-8D4A-7F07B8F8C0AB}">
      <dgm:prSet/>
      <dgm:spPr/>
      <dgm:t>
        <a:bodyPr/>
        <a:lstStyle/>
        <a:p>
          <a:endParaRPr lang="en-US"/>
        </a:p>
      </dgm:t>
    </dgm:pt>
    <dgm:pt modelId="{E13C7F88-1ED2-48C4-A274-1B8EE2AF4263}">
      <dgm:prSet/>
      <dgm:spPr/>
      <dgm:t>
        <a:bodyPr/>
        <a:lstStyle/>
        <a:p>
          <a:r>
            <a:rPr lang="en-GB"/>
            <a:t>Different tools offer varied levels of protection depending on the nature of the asset.</a:t>
          </a:r>
          <a:endParaRPr lang="en-US"/>
        </a:p>
      </dgm:t>
    </dgm:pt>
    <dgm:pt modelId="{0ED2C670-A27E-4804-8569-CFD83E63C025}" type="parTrans" cxnId="{3443957C-0269-4615-AEC3-9887C3D0B484}">
      <dgm:prSet/>
      <dgm:spPr/>
      <dgm:t>
        <a:bodyPr/>
        <a:lstStyle/>
        <a:p>
          <a:endParaRPr lang="en-US"/>
        </a:p>
      </dgm:t>
    </dgm:pt>
    <dgm:pt modelId="{32170EEB-C2C6-4C41-A0C2-FC6D35A3E8A2}" type="sibTrans" cxnId="{3443957C-0269-4615-AEC3-9887C3D0B484}">
      <dgm:prSet/>
      <dgm:spPr/>
      <dgm:t>
        <a:bodyPr/>
        <a:lstStyle/>
        <a:p>
          <a:endParaRPr lang="en-US"/>
        </a:p>
      </dgm:t>
    </dgm:pt>
    <dgm:pt modelId="{F15EECCB-F0ED-4F57-8258-C0244EF286DD}">
      <dgm:prSet/>
      <dgm:spPr/>
      <dgm:t>
        <a:bodyPr/>
        <a:lstStyle/>
        <a:p>
          <a:r>
            <a:rPr lang="en-GB"/>
            <a:t>Effective IP management helps businesses stay competitive and legally secure.</a:t>
          </a:r>
          <a:endParaRPr lang="en-US"/>
        </a:p>
      </dgm:t>
    </dgm:pt>
    <dgm:pt modelId="{3CB2C3EF-B776-4BE5-9035-456F8F8EA31E}" type="parTrans" cxnId="{C1ABF1B8-AEFF-4843-866B-957074CA0AD0}">
      <dgm:prSet/>
      <dgm:spPr/>
      <dgm:t>
        <a:bodyPr/>
        <a:lstStyle/>
        <a:p>
          <a:endParaRPr lang="en-US"/>
        </a:p>
      </dgm:t>
    </dgm:pt>
    <dgm:pt modelId="{F9837881-0F6F-4EF2-B0AD-15B4CEBB3A7A}" type="sibTrans" cxnId="{C1ABF1B8-AEFF-4843-866B-957074CA0AD0}">
      <dgm:prSet/>
      <dgm:spPr/>
      <dgm:t>
        <a:bodyPr/>
        <a:lstStyle/>
        <a:p>
          <a:endParaRPr lang="en-US"/>
        </a:p>
      </dgm:t>
    </dgm:pt>
    <dgm:pt modelId="{750BE988-9516-416A-9D5F-2A8134521E59}" type="pres">
      <dgm:prSet presAssocID="{1A7213CF-8B5C-49A7-8F5C-3048DED014D0}" presName="cycle" presStyleCnt="0">
        <dgm:presLayoutVars>
          <dgm:dir/>
          <dgm:resizeHandles val="exact"/>
        </dgm:presLayoutVars>
      </dgm:prSet>
      <dgm:spPr/>
    </dgm:pt>
    <dgm:pt modelId="{29629583-D14F-464B-B69E-D9BCB274E3F2}" type="pres">
      <dgm:prSet presAssocID="{716FB843-5105-4134-BD4A-B9CEB3D85351}" presName="node" presStyleLbl="node1" presStyleIdx="0" presStyleCnt="3">
        <dgm:presLayoutVars>
          <dgm:bulletEnabled val="1"/>
        </dgm:presLayoutVars>
      </dgm:prSet>
      <dgm:spPr/>
    </dgm:pt>
    <dgm:pt modelId="{2C1218CE-0B6B-45C6-B421-3790C2E70501}" type="pres">
      <dgm:prSet presAssocID="{716FB843-5105-4134-BD4A-B9CEB3D85351}" presName="spNode" presStyleCnt="0"/>
      <dgm:spPr/>
    </dgm:pt>
    <dgm:pt modelId="{08874AE8-9BDB-4EF4-BFCB-FAA9F5478994}" type="pres">
      <dgm:prSet presAssocID="{26D6AFAB-C3FE-4451-A115-88ABC7A76D43}" presName="sibTrans" presStyleLbl="sibTrans1D1" presStyleIdx="0" presStyleCnt="3"/>
      <dgm:spPr/>
    </dgm:pt>
    <dgm:pt modelId="{33CCFEA2-E6E1-476A-8B3B-F839E51E16D0}" type="pres">
      <dgm:prSet presAssocID="{E13C7F88-1ED2-48C4-A274-1B8EE2AF4263}" presName="node" presStyleLbl="node1" presStyleIdx="1" presStyleCnt="3">
        <dgm:presLayoutVars>
          <dgm:bulletEnabled val="1"/>
        </dgm:presLayoutVars>
      </dgm:prSet>
      <dgm:spPr/>
    </dgm:pt>
    <dgm:pt modelId="{B8B236A6-9F77-48D8-A8AD-4930D4111815}" type="pres">
      <dgm:prSet presAssocID="{E13C7F88-1ED2-48C4-A274-1B8EE2AF4263}" presName="spNode" presStyleCnt="0"/>
      <dgm:spPr/>
    </dgm:pt>
    <dgm:pt modelId="{C0DB138D-C4C9-4DAF-AE75-1362579F9037}" type="pres">
      <dgm:prSet presAssocID="{32170EEB-C2C6-4C41-A0C2-FC6D35A3E8A2}" presName="sibTrans" presStyleLbl="sibTrans1D1" presStyleIdx="1" presStyleCnt="3"/>
      <dgm:spPr/>
    </dgm:pt>
    <dgm:pt modelId="{1B4C0C31-31DF-407E-82B3-1C77327F8226}" type="pres">
      <dgm:prSet presAssocID="{F15EECCB-F0ED-4F57-8258-C0244EF286DD}" presName="node" presStyleLbl="node1" presStyleIdx="2" presStyleCnt="3">
        <dgm:presLayoutVars>
          <dgm:bulletEnabled val="1"/>
        </dgm:presLayoutVars>
      </dgm:prSet>
      <dgm:spPr/>
    </dgm:pt>
    <dgm:pt modelId="{FD532A29-B8E1-4539-8C80-7F6D3AF2AF06}" type="pres">
      <dgm:prSet presAssocID="{F15EECCB-F0ED-4F57-8258-C0244EF286DD}" presName="spNode" presStyleCnt="0"/>
      <dgm:spPr/>
    </dgm:pt>
    <dgm:pt modelId="{D6CB689E-004B-4F52-8144-5FF9ACEA5CAD}" type="pres">
      <dgm:prSet presAssocID="{F9837881-0F6F-4EF2-B0AD-15B4CEBB3A7A}" presName="sibTrans" presStyleLbl="sibTrans1D1" presStyleIdx="2" presStyleCnt="3"/>
      <dgm:spPr/>
    </dgm:pt>
  </dgm:ptLst>
  <dgm:cxnLst>
    <dgm:cxn modelId="{B0DF521D-8E15-47E5-B239-59347A396AFF}" type="presOf" srcId="{E13C7F88-1ED2-48C4-A274-1B8EE2AF4263}" destId="{33CCFEA2-E6E1-476A-8B3B-F839E51E16D0}" srcOrd="0" destOrd="0" presId="urn:microsoft.com/office/officeart/2005/8/layout/cycle5"/>
    <dgm:cxn modelId="{C198092D-33D5-493A-87F2-9B8E3C7CE5AA}" type="presOf" srcId="{32170EEB-C2C6-4C41-A0C2-FC6D35A3E8A2}" destId="{C0DB138D-C4C9-4DAF-AE75-1362579F9037}" srcOrd="0" destOrd="0" presId="urn:microsoft.com/office/officeart/2005/8/layout/cycle5"/>
    <dgm:cxn modelId="{C0FD4936-4964-4E31-8674-035E1CF0655A}" type="presOf" srcId="{26D6AFAB-C3FE-4451-A115-88ABC7A76D43}" destId="{08874AE8-9BDB-4EF4-BFCB-FAA9F5478994}" srcOrd="0" destOrd="0" presId="urn:microsoft.com/office/officeart/2005/8/layout/cycle5"/>
    <dgm:cxn modelId="{3443957C-0269-4615-AEC3-9887C3D0B484}" srcId="{1A7213CF-8B5C-49A7-8F5C-3048DED014D0}" destId="{E13C7F88-1ED2-48C4-A274-1B8EE2AF4263}" srcOrd="1" destOrd="0" parTransId="{0ED2C670-A27E-4804-8569-CFD83E63C025}" sibTransId="{32170EEB-C2C6-4C41-A0C2-FC6D35A3E8A2}"/>
    <dgm:cxn modelId="{B8FA6E84-ADC1-4B90-BCD8-1C3ACB8A37D7}" type="presOf" srcId="{1A7213CF-8B5C-49A7-8F5C-3048DED014D0}" destId="{750BE988-9516-416A-9D5F-2A8134521E59}" srcOrd="0" destOrd="0" presId="urn:microsoft.com/office/officeart/2005/8/layout/cycle5"/>
    <dgm:cxn modelId="{C1ABF1B8-AEFF-4843-866B-957074CA0AD0}" srcId="{1A7213CF-8B5C-49A7-8F5C-3048DED014D0}" destId="{F15EECCB-F0ED-4F57-8258-C0244EF286DD}" srcOrd="2" destOrd="0" parTransId="{3CB2C3EF-B776-4BE5-9035-456F8F8EA31E}" sibTransId="{F9837881-0F6F-4EF2-B0AD-15B4CEBB3A7A}"/>
    <dgm:cxn modelId="{A28EEBDF-5949-4BAD-8D4A-7F07B8F8C0AB}" srcId="{1A7213CF-8B5C-49A7-8F5C-3048DED014D0}" destId="{716FB843-5105-4134-BD4A-B9CEB3D85351}" srcOrd="0" destOrd="0" parTransId="{47BC2FB3-19D7-4534-B333-559C124DEF5A}" sibTransId="{26D6AFAB-C3FE-4451-A115-88ABC7A76D43}"/>
    <dgm:cxn modelId="{A34567E0-3645-4CD9-8DAB-474AF3E9B4D2}" type="presOf" srcId="{716FB843-5105-4134-BD4A-B9CEB3D85351}" destId="{29629583-D14F-464B-B69E-D9BCB274E3F2}" srcOrd="0" destOrd="0" presId="urn:microsoft.com/office/officeart/2005/8/layout/cycle5"/>
    <dgm:cxn modelId="{1459E1EC-AB7B-485E-86E6-A9313F2F21ED}" type="presOf" srcId="{F9837881-0F6F-4EF2-B0AD-15B4CEBB3A7A}" destId="{D6CB689E-004B-4F52-8144-5FF9ACEA5CAD}" srcOrd="0" destOrd="0" presId="urn:microsoft.com/office/officeart/2005/8/layout/cycle5"/>
    <dgm:cxn modelId="{7C9331F4-EDB4-4203-9B73-9606EFC1041E}" type="presOf" srcId="{F15EECCB-F0ED-4F57-8258-C0244EF286DD}" destId="{1B4C0C31-31DF-407E-82B3-1C77327F8226}" srcOrd="0" destOrd="0" presId="urn:microsoft.com/office/officeart/2005/8/layout/cycle5"/>
    <dgm:cxn modelId="{F3854BE0-E2FF-440A-9FCB-383250401AB7}" type="presParOf" srcId="{750BE988-9516-416A-9D5F-2A8134521E59}" destId="{29629583-D14F-464B-B69E-D9BCB274E3F2}" srcOrd="0" destOrd="0" presId="urn:microsoft.com/office/officeart/2005/8/layout/cycle5"/>
    <dgm:cxn modelId="{24BA3CC7-BF03-4CAA-9933-DCEF01D98DF4}" type="presParOf" srcId="{750BE988-9516-416A-9D5F-2A8134521E59}" destId="{2C1218CE-0B6B-45C6-B421-3790C2E70501}" srcOrd="1" destOrd="0" presId="urn:microsoft.com/office/officeart/2005/8/layout/cycle5"/>
    <dgm:cxn modelId="{B70914D2-771D-46CC-BB0C-4FA9A218E950}" type="presParOf" srcId="{750BE988-9516-416A-9D5F-2A8134521E59}" destId="{08874AE8-9BDB-4EF4-BFCB-FAA9F5478994}" srcOrd="2" destOrd="0" presId="urn:microsoft.com/office/officeart/2005/8/layout/cycle5"/>
    <dgm:cxn modelId="{CBFAB040-2502-4D5F-8AB9-792B6331D306}" type="presParOf" srcId="{750BE988-9516-416A-9D5F-2A8134521E59}" destId="{33CCFEA2-E6E1-476A-8B3B-F839E51E16D0}" srcOrd="3" destOrd="0" presId="urn:microsoft.com/office/officeart/2005/8/layout/cycle5"/>
    <dgm:cxn modelId="{320C9852-26ED-48D8-A5BB-EF473B3B4A2A}" type="presParOf" srcId="{750BE988-9516-416A-9D5F-2A8134521E59}" destId="{B8B236A6-9F77-48D8-A8AD-4930D4111815}" srcOrd="4" destOrd="0" presId="urn:microsoft.com/office/officeart/2005/8/layout/cycle5"/>
    <dgm:cxn modelId="{A81D4555-45CC-4735-A15C-43174008EF72}" type="presParOf" srcId="{750BE988-9516-416A-9D5F-2A8134521E59}" destId="{C0DB138D-C4C9-4DAF-AE75-1362579F9037}" srcOrd="5" destOrd="0" presId="urn:microsoft.com/office/officeart/2005/8/layout/cycle5"/>
    <dgm:cxn modelId="{58117A73-D127-48C3-A4C0-82EE0EB9FD36}" type="presParOf" srcId="{750BE988-9516-416A-9D5F-2A8134521E59}" destId="{1B4C0C31-31DF-407E-82B3-1C77327F8226}" srcOrd="6" destOrd="0" presId="urn:microsoft.com/office/officeart/2005/8/layout/cycle5"/>
    <dgm:cxn modelId="{DB04EE40-631C-4478-AC65-54109ABF302A}" type="presParOf" srcId="{750BE988-9516-416A-9D5F-2A8134521E59}" destId="{FD532A29-B8E1-4539-8C80-7F6D3AF2AF06}" srcOrd="7" destOrd="0" presId="urn:microsoft.com/office/officeart/2005/8/layout/cycle5"/>
    <dgm:cxn modelId="{A0025629-7BBB-41B5-AF95-98586FF98D93}" type="presParOf" srcId="{750BE988-9516-416A-9D5F-2A8134521E59}" destId="{D6CB689E-004B-4F52-8144-5FF9ACEA5CAD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53C1B-0563-4824-A6BE-636D704AE4E1}">
      <dsp:nvSpPr>
        <dsp:cNvPr id="0" name=""/>
        <dsp:cNvSpPr/>
      </dsp:nvSpPr>
      <dsp:spPr>
        <a:xfrm>
          <a:off x="0" y="895997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29F05-73E5-42F3-AE95-7F8423E0651E}">
      <dsp:nvSpPr>
        <dsp:cNvPr id="0" name=""/>
        <dsp:cNvSpPr/>
      </dsp:nvSpPr>
      <dsp:spPr>
        <a:xfrm>
          <a:off x="500380" y="1268181"/>
          <a:ext cx="909782" cy="9097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C51043-1509-48F3-B6B5-1A77DD864380}">
      <dsp:nvSpPr>
        <dsp:cNvPr id="0" name=""/>
        <dsp:cNvSpPr/>
      </dsp:nvSpPr>
      <dsp:spPr>
        <a:xfrm>
          <a:off x="1910542" y="895997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Key Tools for Developing, Retaining, and Protecting Knowledge</a:t>
          </a:r>
          <a:endParaRPr lang="en-US" sz="2500" kern="1200"/>
        </a:p>
      </dsp:txBody>
      <dsp:txXfrm>
        <a:off x="1910542" y="895997"/>
        <a:ext cx="4453681" cy="1654149"/>
      </dsp:txXfrm>
    </dsp:sp>
    <dsp:sp modelId="{9E208620-6452-4152-88EE-12184C3426EA}">
      <dsp:nvSpPr>
        <dsp:cNvPr id="0" name=""/>
        <dsp:cNvSpPr/>
      </dsp:nvSpPr>
      <dsp:spPr>
        <a:xfrm>
          <a:off x="0" y="2963684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C94EF1-5C84-45DB-BD57-1315314EEC1C}">
      <dsp:nvSpPr>
        <dsp:cNvPr id="0" name=""/>
        <dsp:cNvSpPr/>
      </dsp:nvSpPr>
      <dsp:spPr>
        <a:xfrm>
          <a:off x="500380" y="3335868"/>
          <a:ext cx="909782" cy="9097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BF27F5-7196-4FED-9A5D-3576CC91309E}">
      <dsp:nvSpPr>
        <dsp:cNvPr id="0" name=""/>
        <dsp:cNvSpPr/>
      </dsp:nvSpPr>
      <dsp:spPr>
        <a:xfrm>
          <a:off x="1910542" y="2963684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Key Tools for Developing, Retaining, and Protecting Knowledge</a:t>
          </a:r>
          <a:endParaRPr lang="en-US" sz="2500" kern="1200"/>
        </a:p>
      </dsp:txBody>
      <dsp:txXfrm>
        <a:off x="1910542" y="2963684"/>
        <a:ext cx="4453681" cy="16541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157DE-7091-4832-8423-ED1C06FA11A7}">
      <dsp:nvSpPr>
        <dsp:cNvPr id="0" name=""/>
        <dsp:cNvSpPr/>
      </dsp:nvSpPr>
      <dsp:spPr>
        <a:xfrm>
          <a:off x="0" y="47642"/>
          <a:ext cx="10927829" cy="1319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Intellectual Property (IP) refers to creations of the mind, such as inventions, literary and artistic works, designs, symbols, names, and images used in commerce.</a:t>
          </a:r>
          <a:endParaRPr lang="en-US" sz="2400" kern="1200"/>
        </a:p>
      </dsp:txBody>
      <dsp:txXfrm>
        <a:off x="64425" y="112067"/>
        <a:ext cx="10798979" cy="1190909"/>
      </dsp:txXfrm>
    </dsp:sp>
    <dsp:sp modelId="{89AFD154-32EC-4C83-8E0B-D724CF0F2A56}">
      <dsp:nvSpPr>
        <dsp:cNvPr id="0" name=""/>
        <dsp:cNvSpPr/>
      </dsp:nvSpPr>
      <dsp:spPr>
        <a:xfrm>
          <a:off x="0" y="1436522"/>
          <a:ext cx="10927829" cy="1319759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Organizations use IP tools to safeguard their innovations and maintain a competitive edge.</a:t>
          </a:r>
          <a:endParaRPr lang="en-US" sz="2400" kern="1200"/>
        </a:p>
      </dsp:txBody>
      <dsp:txXfrm>
        <a:off x="64425" y="1500947"/>
        <a:ext cx="10798979" cy="1190909"/>
      </dsp:txXfrm>
    </dsp:sp>
    <dsp:sp modelId="{C575C826-7164-45B4-9788-20691CD34C1E}">
      <dsp:nvSpPr>
        <dsp:cNvPr id="0" name=""/>
        <dsp:cNvSpPr/>
      </dsp:nvSpPr>
      <dsp:spPr>
        <a:xfrm>
          <a:off x="0" y="2825402"/>
          <a:ext cx="10927829" cy="131975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This presentation explores key IP tools: copyrights, trademarks, design rights, and patents.</a:t>
          </a:r>
          <a:endParaRPr lang="en-US" sz="2400" kern="1200"/>
        </a:p>
      </dsp:txBody>
      <dsp:txXfrm>
        <a:off x="64425" y="2889827"/>
        <a:ext cx="10798979" cy="11909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C8FCB-3032-42FE-9BEE-A6BE2A7AE9C0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11286F-AF68-4AA6-9FA6-11818B6525A4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CE353-694E-4123-9C6C-D5F5BB29D2CC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Encourages innovation by granting creators exclusive rights.</a:t>
          </a:r>
          <a:endParaRPr lang="en-US" sz="1500" kern="1200"/>
        </a:p>
      </dsp:txBody>
      <dsp:txXfrm>
        <a:off x="100682" y="2684598"/>
        <a:ext cx="2370489" cy="720000"/>
      </dsp:txXfrm>
    </dsp:sp>
    <dsp:sp modelId="{253D66C8-9E1B-4F24-8717-F39DF1EB4DF1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7439A2-ACC5-44A5-BA89-606E546FE8D4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73512-A390-42D6-B9FE-73F7C12AD0D1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Protects businesses from unauthorized use of their assets.</a:t>
          </a:r>
          <a:endParaRPr lang="en-US" sz="1500" kern="1200"/>
        </a:p>
      </dsp:txBody>
      <dsp:txXfrm>
        <a:off x="2886007" y="2684598"/>
        <a:ext cx="2370489" cy="720000"/>
      </dsp:txXfrm>
    </dsp:sp>
    <dsp:sp modelId="{88BC4618-274F-451A-8250-3144244A51E0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04C7AC-9E59-4E21-964A-4CD501D49972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73D3D3-E56B-4607-A460-F90DC7626AA2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Enhances brand reputation and market positioning.</a:t>
          </a:r>
          <a:endParaRPr lang="en-US" sz="1500" kern="1200"/>
        </a:p>
      </dsp:txBody>
      <dsp:txXfrm>
        <a:off x="5671332" y="2684598"/>
        <a:ext cx="2370489" cy="720000"/>
      </dsp:txXfrm>
    </dsp:sp>
    <dsp:sp modelId="{A5F04C76-3AF1-4A0E-A727-1E811D819CE5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C1BF20-E41D-445C-88A7-7E0AF6A15415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57266-A6D7-45AE-8378-9C065F9CA471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Provides legal recourse against infringement.</a:t>
          </a:r>
          <a:endParaRPr lang="en-US" sz="1500" kern="1200"/>
        </a:p>
      </dsp:txBody>
      <dsp:txXfrm>
        <a:off x="8456657" y="2684598"/>
        <a:ext cx="237048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8F1267-B349-4C23-95AA-6E8739FC8846}">
      <dsp:nvSpPr>
        <dsp:cNvPr id="0" name=""/>
        <dsp:cNvSpPr/>
      </dsp:nvSpPr>
      <dsp:spPr>
        <a:xfrm>
          <a:off x="0" y="32252"/>
          <a:ext cx="10927829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/>
            <a:t>Definition:</a:t>
          </a:r>
          <a:r>
            <a:rPr lang="en-GB" sz="3300" kern="1200"/>
            <a:t> Legal protection for original works of authorship (e.g., books, music, films, software).</a:t>
          </a:r>
          <a:endParaRPr lang="en-US" sz="3300" kern="1200"/>
        </a:p>
      </dsp:txBody>
      <dsp:txXfrm>
        <a:off x="64083" y="96335"/>
        <a:ext cx="10799663" cy="1184574"/>
      </dsp:txXfrm>
    </dsp:sp>
    <dsp:sp modelId="{213FB4FC-FCB3-4351-894D-36D52A5585E5}">
      <dsp:nvSpPr>
        <dsp:cNvPr id="0" name=""/>
        <dsp:cNvSpPr/>
      </dsp:nvSpPr>
      <dsp:spPr>
        <a:xfrm>
          <a:off x="0" y="1440032"/>
          <a:ext cx="10927829" cy="13127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/>
            <a:t>Duration:</a:t>
          </a:r>
          <a:r>
            <a:rPr lang="en-GB" sz="3300" kern="1200"/>
            <a:t> Typically lasts the creator’s lifetime + 50-70 years (varies by country).</a:t>
          </a:r>
          <a:endParaRPr lang="en-US" sz="3300" kern="1200"/>
        </a:p>
      </dsp:txBody>
      <dsp:txXfrm>
        <a:off x="64083" y="1504115"/>
        <a:ext cx="10799663" cy="1184574"/>
      </dsp:txXfrm>
    </dsp:sp>
    <dsp:sp modelId="{2C9384AC-7A53-4C49-9121-3DBD6F3EA809}">
      <dsp:nvSpPr>
        <dsp:cNvPr id="0" name=""/>
        <dsp:cNvSpPr/>
      </dsp:nvSpPr>
      <dsp:spPr>
        <a:xfrm>
          <a:off x="0" y="2847812"/>
          <a:ext cx="10927829" cy="13127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/>
            <a:t>Example:</a:t>
          </a:r>
          <a:r>
            <a:rPr lang="en-GB" sz="3300" kern="1200"/>
            <a:t> A company’s original training manuals, website content, or marketing materials.</a:t>
          </a:r>
          <a:endParaRPr lang="en-US" sz="3300" kern="1200"/>
        </a:p>
      </dsp:txBody>
      <dsp:txXfrm>
        <a:off x="64083" y="2911895"/>
        <a:ext cx="10799663" cy="11845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BC218-AA0F-40E2-814E-B2CFC6A01926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F21E3-DF97-4231-B234-04BC76F6BF85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0991D-A3E8-44A2-BFEF-E7E7980D97AB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Definition:</a:t>
          </a:r>
          <a:r>
            <a:rPr lang="en-GB" sz="1400" kern="1200"/>
            <a:t> Protects brand names, logos, slogans, and symbols that distinguish goods/services.</a:t>
          </a:r>
          <a:endParaRPr lang="en-US" sz="1400" kern="1200"/>
        </a:p>
      </dsp:txBody>
      <dsp:txXfrm>
        <a:off x="1312541" y="1640565"/>
        <a:ext cx="2148945" cy="911674"/>
      </dsp:txXfrm>
    </dsp:sp>
    <dsp:sp modelId="{0967F336-0DA2-420C-9639-B5F73B3705B3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44AAF-06D2-497C-88E2-90AC8041B63C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1C0F0-FA10-4503-8ECB-41B93F3E6C3D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Duration:</a:t>
          </a:r>
          <a:r>
            <a:rPr lang="en-GB" sz="1400" kern="1200"/>
            <a:t> Renewable indefinitely as long as it remains in use.</a:t>
          </a:r>
          <a:endParaRPr lang="en-US" sz="1400" kern="1200"/>
        </a:p>
      </dsp:txBody>
      <dsp:txXfrm>
        <a:off x="4942957" y="1640565"/>
        <a:ext cx="2148945" cy="911674"/>
      </dsp:txXfrm>
    </dsp:sp>
    <dsp:sp modelId="{27E1C039-2640-4404-8D62-E4982AD6562C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19A929-616F-4763-B307-D5322122F899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86C5C-6465-4765-B6F0-D6D5E1F459E2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Example:</a:t>
          </a:r>
          <a:r>
            <a:rPr lang="en-GB" sz="1400" kern="1200"/>
            <a:t> Nike’s ‘Swoosh’ logo, McDonald’s ‘Golden Arches’.</a:t>
          </a:r>
          <a:endParaRPr lang="en-US" sz="1400" kern="1200"/>
        </a:p>
      </dsp:txBody>
      <dsp:txXfrm>
        <a:off x="8573374" y="1640565"/>
        <a:ext cx="2148945" cy="9116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1F47D-6EBF-407B-B07F-6021310C4BBA}">
      <dsp:nvSpPr>
        <dsp:cNvPr id="0" name=""/>
        <dsp:cNvSpPr/>
      </dsp:nvSpPr>
      <dsp:spPr>
        <a:xfrm>
          <a:off x="0" y="25235"/>
          <a:ext cx="6364224" cy="17596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Definition: Protects the visual appearance or aesthetics of a product.</a:t>
          </a:r>
          <a:endParaRPr lang="en-US" sz="3200" kern="1200"/>
        </a:p>
      </dsp:txBody>
      <dsp:txXfrm>
        <a:off x="85900" y="111135"/>
        <a:ext cx="6192424" cy="1587880"/>
      </dsp:txXfrm>
    </dsp:sp>
    <dsp:sp modelId="{3A7A3825-C394-4CDF-93DE-ACE1D237999C}">
      <dsp:nvSpPr>
        <dsp:cNvPr id="0" name=""/>
        <dsp:cNvSpPr/>
      </dsp:nvSpPr>
      <dsp:spPr>
        <a:xfrm>
          <a:off x="0" y="1877076"/>
          <a:ext cx="6364224" cy="17596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Durtation: Varies by region; typically 10-25 years.</a:t>
          </a:r>
          <a:endParaRPr lang="en-US" sz="3200" kern="1200"/>
        </a:p>
      </dsp:txBody>
      <dsp:txXfrm>
        <a:off x="85900" y="1962976"/>
        <a:ext cx="6192424" cy="1587880"/>
      </dsp:txXfrm>
    </dsp:sp>
    <dsp:sp modelId="{AA1EBB91-7D45-405D-AAC9-B8C637C1EEDD}">
      <dsp:nvSpPr>
        <dsp:cNvPr id="0" name=""/>
        <dsp:cNvSpPr/>
      </dsp:nvSpPr>
      <dsp:spPr>
        <a:xfrm>
          <a:off x="0" y="3728916"/>
          <a:ext cx="6364224" cy="17596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Example: Unique smartphone designs, furniture, fashion items.</a:t>
          </a:r>
          <a:endParaRPr lang="en-US" sz="3200" kern="1200"/>
        </a:p>
      </dsp:txBody>
      <dsp:txXfrm>
        <a:off x="85900" y="3814816"/>
        <a:ext cx="6192424" cy="15878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E3FDC9-3731-465B-A688-F44D4B3CE8BA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2B95C9-7425-4531-BC3A-FB9239E339E2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D3943-CBCD-4728-9D47-A64E19CECB2D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Definition: Grants exclusive rights to inventors for new, useful, and non-obvious inventions.</a:t>
          </a:r>
          <a:endParaRPr lang="en-US" sz="1400" kern="1200"/>
        </a:p>
      </dsp:txBody>
      <dsp:txXfrm>
        <a:off x="1312541" y="1640565"/>
        <a:ext cx="2148945" cy="911674"/>
      </dsp:txXfrm>
    </dsp:sp>
    <dsp:sp modelId="{7D196B97-7A04-41A9-BB40-AF707E1DEC3E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B8D64-2E1D-4DBB-828E-EC3ED1D098F6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49614-F000-45D3-A88C-67A8DCEBFA49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Duration: </a:t>
          </a:r>
          <a:r>
            <a:rPr lang="en-GB" sz="1400" kern="1200" dirty="0" err="1"/>
            <a:t>Typicaly</a:t>
          </a:r>
          <a:r>
            <a:rPr lang="en-GB" sz="1400" kern="1200" dirty="0"/>
            <a:t> 20 years from the filing date.</a:t>
          </a:r>
          <a:endParaRPr lang="en-US" sz="1400" kern="1200" dirty="0"/>
        </a:p>
      </dsp:txBody>
      <dsp:txXfrm>
        <a:off x="4942957" y="1640565"/>
        <a:ext cx="2148945" cy="911674"/>
      </dsp:txXfrm>
    </dsp:sp>
    <dsp:sp modelId="{AE52176E-7760-46E3-BD0C-81390408416A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EAC67C-7ED5-4932-800B-ACDB4608D6A8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92B4B-8DA4-46A8-9270-1C897D417C1E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Example: Pharmaceutical drugs, technological innovations.</a:t>
          </a:r>
          <a:endParaRPr lang="en-US" sz="1400" kern="1200"/>
        </a:p>
      </dsp:txBody>
      <dsp:txXfrm>
        <a:off x="8573374" y="1640565"/>
        <a:ext cx="2148945" cy="9116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29583-D14F-464B-B69E-D9BCB274E3F2}">
      <dsp:nvSpPr>
        <dsp:cNvPr id="0" name=""/>
        <dsp:cNvSpPr/>
      </dsp:nvSpPr>
      <dsp:spPr>
        <a:xfrm>
          <a:off x="4351548" y="1326"/>
          <a:ext cx="1812503" cy="117812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Intellectual Property is essential for businesses to protect their creative and innovative assets.</a:t>
          </a:r>
          <a:endParaRPr lang="en-US" sz="1300" kern="1200"/>
        </a:p>
      </dsp:txBody>
      <dsp:txXfrm>
        <a:off x="4409059" y="58837"/>
        <a:ext cx="1697481" cy="1063105"/>
      </dsp:txXfrm>
    </dsp:sp>
    <dsp:sp modelId="{08874AE8-9BDB-4EF4-BFCB-FAA9F5478994}">
      <dsp:nvSpPr>
        <dsp:cNvPr id="0" name=""/>
        <dsp:cNvSpPr/>
      </dsp:nvSpPr>
      <dsp:spPr>
        <a:xfrm>
          <a:off x="3687970" y="590389"/>
          <a:ext cx="3139659" cy="3139659"/>
        </a:xfrm>
        <a:custGeom>
          <a:avLst/>
          <a:gdLst/>
          <a:ahLst/>
          <a:cxnLst/>
          <a:rect l="0" t="0" r="0" b="0"/>
          <a:pathLst>
            <a:path>
              <a:moveTo>
                <a:pt x="2718829" y="500173"/>
              </a:moveTo>
              <a:arcTo wR="1569829" hR="1569829" stAng="19022888" swAng="2299858"/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CCFEA2-E6E1-476A-8B3B-F839E51E16D0}">
      <dsp:nvSpPr>
        <dsp:cNvPr id="0" name=""/>
        <dsp:cNvSpPr/>
      </dsp:nvSpPr>
      <dsp:spPr>
        <a:xfrm>
          <a:off x="5711060" y="2356070"/>
          <a:ext cx="1812503" cy="1178127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Different tools offer varied levels of protection depending on the nature of the asset.</a:t>
          </a:r>
          <a:endParaRPr lang="en-US" sz="1300" kern="1200"/>
        </a:p>
      </dsp:txBody>
      <dsp:txXfrm>
        <a:off x="5768571" y="2413581"/>
        <a:ext cx="1697481" cy="1063105"/>
      </dsp:txXfrm>
    </dsp:sp>
    <dsp:sp modelId="{C0DB138D-C4C9-4DAF-AE75-1362579F9037}">
      <dsp:nvSpPr>
        <dsp:cNvPr id="0" name=""/>
        <dsp:cNvSpPr/>
      </dsp:nvSpPr>
      <dsp:spPr>
        <a:xfrm>
          <a:off x="3687970" y="590389"/>
          <a:ext cx="3139659" cy="3139659"/>
        </a:xfrm>
        <a:custGeom>
          <a:avLst/>
          <a:gdLst/>
          <a:ahLst/>
          <a:cxnLst/>
          <a:rect l="0" t="0" r="0" b="0"/>
          <a:pathLst>
            <a:path>
              <a:moveTo>
                <a:pt x="2050795" y="3064165"/>
              </a:moveTo>
              <a:arcTo wR="1569829" hR="1569829" stAng="4329525" swAng="2140949"/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C0C31-31DF-407E-82B3-1C77327F8226}">
      <dsp:nvSpPr>
        <dsp:cNvPr id="0" name=""/>
        <dsp:cNvSpPr/>
      </dsp:nvSpPr>
      <dsp:spPr>
        <a:xfrm>
          <a:off x="2992035" y="2356070"/>
          <a:ext cx="1812503" cy="1178127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Effective IP management helps businesses stay competitive and legally secure.</a:t>
          </a:r>
          <a:endParaRPr lang="en-US" sz="1300" kern="1200"/>
        </a:p>
      </dsp:txBody>
      <dsp:txXfrm>
        <a:off x="3049546" y="2413581"/>
        <a:ext cx="1697481" cy="1063105"/>
      </dsp:txXfrm>
    </dsp:sp>
    <dsp:sp modelId="{D6CB689E-004B-4F52-8144-5FF9ACEA5CAD}">
      <dsp:nvSpPr>
        <dsp:cNvPr id="0" name=""/>
        <dsp:cNvSpPr/>
      </dsp:nvSpPr>
      <dsp:spPr>
        <a:xfrm>
          <a:off x="3687970" y="590389"/>
          <a:ext cx="3139659" cy="3139659"/>
        </a:xfrm>
        <a:custGeom>
          <a:avLst/>
          <a:gdLst/>
          <a:ahLst/>
          <a:cxnLst/>
          <a:rect l="0" t="0" r="0" b="0"/>
          <a:pathLst>
            <a:path>
              <a:moveTo>
                <a:pt x="5102" y="1443360"/>
              </a:moveTo>
              <a:arcTo wR="1569829" hR="1569829" stAng="11077254" swAng="2299858"/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2FCD-8173-D712-5C75-1BC671C62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D08A7-8060-6C83-98E3-726016597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0568C-B918-2718-476D-6FE3EB8F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CDDB-3167-4D29-A4AA-C13F91FCDBA4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8D1AB-36E9-F159-FDF5-DC976F15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9722C-10E7-2B48-91D3-A7AC9F10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7B7BF-0604-4798-8F72-85233737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03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C46C-4F4D-B9EA-B724-EE91E185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EEB74-9C3A-AA5F-E0DC-1B8BC0381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CD077-26F2-6BB1-87E5-D3275947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CDDB-3167-4D29-A4AA-C13F91FCDBA4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89B60-0937-1513-4329-77DD34382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7BFF4-9BFE-4AFE-2751-918C0CDC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7B7BF-0604-4798-8F72-85233737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00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C490-0E69-AA30-005B-E5C19694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5C5C1-3282-A82F-5C9D-786DDA4CE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D8D5-B428-8596-BBC5-B244A999C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CDDB-3167-4D29-A4AA-C13F91FCDBA4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7847E-F670-7448-96BA-CE7569F7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676BB-6731-28AE-7E5A-54435890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7B7BF-0604-4798-8F72-85233737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74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A976E-6593-3A15-000E-2588E8B59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992-EA2E-BBC1-65AF-C48388BBD4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C2D21-AA5A-1D2D-3D58-1B3918A26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13944-50DB-882E-FB3D-913602D7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CDDB-3167-4D29-A4AA-C13F91FCDBA4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5D14D-3CEF-9E8A-F72E-083BEC61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79A6B-59BB-73D2-A103-33B10743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7B7BF-0604-4798-8F72-85233737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64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4765-A586-4CBB-BDDE-77B3A8BE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0DA47-C7B7-3D47-5CB5-70EDB0EBF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3DE1C-7589-1D3F-8CAB-D5132F8A6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207F2F-7271-BE33-543D-45C43660B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CD07B-509C-C11C-9EEB-B956A20FC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86DC8-40D3-CDB7-0A37-24EDF4BC7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CDDB-3167-4D29-A4AA-C13F91FCDBA4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9C5E9-176D-FAF5-65D6-D8AB2146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6E2C0-6541-A445-F97D-1B7EB2DD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7B7BF-0604-4798-8F72-85233737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941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0F7C5-E224-5D7B-4290-BEB7F7E4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4B549-611D-0DBA-AF90-B351907D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CDDB-3167-4D29-A4AA-C13F91FCDBA4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2EB5D6-ABD6-2C65-28D2-06FCA5634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9A779-16B1-709B-EB98-99231EAB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7B7BF-0604-4798-8F72-85233737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706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2E48B6-38F3-D6E0-1A87-D5ACB935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CDDB-3167-4D29-A4AA-C13F91FCDBA4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CD0586-FF31-6A5D-6D31-85019477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24DE-90EB-2708-8BB6-702A29678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7B7BF-0604-4798-8F72-85233737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55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BC2F-A99A-300B-339C-0B07C47EF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D773D-5163-8F3A-01F0-CF0AD56AD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F89F3-4245-D3B7-4A7A-D8ACE8F63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92482-348F-1D58-5DBF-EADCB6D57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CDDB-3167-4D29-A4AA-C13F91FCDBA4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49A29-07D3-C8EA-70B4-9DB0A25D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6DCBE-A830-C943-925E-B51C7B369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7B7BF-0604-4798-8F72-85233737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181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76B9-50B2-E2D2-C579-8DE1B19E3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71478-DC00-F2FA-4D07-236AC4A1B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4A8CF-4D09-C02C-2553-D00EDF59D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D0603-3823-8AE7-CD2D-5EE02C1C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CDDB-3167-4D29-A4AA-C13F91FCDBA4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9EE1A-53F3-B717-4DEE-3818F65D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CE8A1-BD4C-B697-3A2A-4BA8C0A8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7B7BF-0604-4798-8F72-85233737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53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C273-7A69-3D87-6592-2FE5FE6F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D1467-4871-30DD-6037-CE5C6E2D3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38467-9B4E-9BE0-154D-A8EB62D0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CDDB-3167-4D29-A4AA-C13F91FCDBA4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BAA14-E402-914A-B0C2-E90F3B6D3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22E46-10C3-D9F1-E016-EA5CE1E0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7B7BF-0604-4798-8F72-85233737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84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CCAFD1-A793-477B-4EAD-BC9E1DFFC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12A86-5B10-574E-9D92-C00BD0EF9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184E1-0C0C-05E2-9F8F-F4EB0916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CDDB-3167-4D29-A4AA-C13F91FCDBA4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05E76-EB75-655B-B1A1-B4A9A945C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DB5AF-670C-201D-4111-2FCD4AA2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7B7BF-0604-4798-8F72-85233737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19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B4452-DFE3-7814-575D-FF3268BBE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7A39B-159C-FB5D-C9C9-12A52FDE7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F757F-5DEF-8E85-C5DB-054686B82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3CDDB-3167-4D29-A4AA-C13F91FCDBA4}" type="datetimeFigureOut">
              <a:rPr lang="en-GB" smtClean="0"/>
              <a:t>04/02/2025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C4CE6-328F-2251-7350-79D98EB38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6DD4A-FB32-3EE0-257A-8A5FA1946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7B7BF-0604-4798-8F72-85233737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48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208A7D-C18E-A84D-894C-E7FBBC828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GB" sz="5200">
                <a:solidFill>
                  <a:schemeClr val="tx2"/>
                </a:solidFill>
              </a:rPr>
              <a:t>Intellectual Property (IP)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AFA7EC-7AA8-B9B1-9483-59BDE233D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2"/>
                </a:solidFill>
              </a:rPr>
              <a:t>Presented by: Cristian Danci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48853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00522-1ABB-C475-2788-166F0E0C2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/>
              <a:t>Understanding Intellectual Property (IP)</a:t>
            </a:r>
            <a:br>
              <a:rPr lang="en-GB" sz="4000"/>
            </a:br>
            <a:endParaRPr lang="en-GB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38D5F0-910D-574C-062C-50E58DE9C7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46150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528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8A113-FC73-3A74-CE25-3D21B443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Introduction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D684F9-6A56-C569-F48F-C8E280149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74373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663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1BE08-4417-9D46-3890-E5D1EE46F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2800" b="1">
                <a:solidFill>
                  <a:srgbClr val="FFFFFF"/>
                </a:solidFill>
              </a:rPr>
              <a:t>Importance of Intellectual Property</a:t>
            </a:r>
            <a:br>
              <a:rPr lang="en-GB" sz="2800">
                <a:solidFill>
                  <a:srgbClr val="FFFFFF"/>
                </a:solidFill>
              </a:rPr>
            </a:br>
            <a:endParaRPr lang="en-GB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90AEB5-7F31-9162-A2BC-58BFC71CBA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455934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3820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05131-E79F-4E59-BF3F-93673367C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2800" b="1">
                <a:solidFill>
                  <a:srgbClr val="FFFFFF"/>
                </a:solidFill>
              </a:rPr>
              <a:t>Copyrights</a:t>
            </a:r>
            <a:br>
              <a:rPr lang="en-GB" sz="2800">
                <a:solidFill>
                  <a:srgbClr val="FFFFFF"/>
                </a:solidFill>
              </a:rPr>
            </a:br>
            <a:endParaRPr lang="en-GB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DCD829-EDA8-E361-934F-B8C157A34C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02948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5006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60778-A5B2-AB66-1FC2-D4B05C6DC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2800" b="1">
                <a:solidFill>
                  <a:srgbClr val="FFFFFF"/>
                </a:solidFill>
              </a:rPr>
              <a:t>Trademarks</a:t>
            </a:r>
            <a:br>
              <a:rPr lang="en-GB" sz="2800">
                <a:solidFill>
                  <a:srgbClr val="FFFFFF"/>
                </a:solidFill>
              </a:rPr>
            </a:br>
            <a:endParaRPr lang="en-GB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875F6B-20A5-BC4A-8FC2-342533E83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682345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7074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42483-012C-09BE-1DEA-234E337C0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/>
              <a:t>Design Rights	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BDC37E-4F61-898D-517A-714CBE524B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34617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6814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9D3AF-0F50-FF11-305F-8DEDD7CF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Patents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B14283-4CCB-5A11-52FA-C0294275CB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359219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529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E98DB-DFD3-938B-93D9-095ABCB7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Comparing IP Tools</a:t>
            </a:r>
            <a:br>
              <a:rPr lang="en-GB" sz="2800">
                <a:solidFill>
                  <a:srgbClr val="FFFFFF"/>
                </a:solidFill>
              </a:rPr>
            </a:br>
            <a:endParaRPr lang="en-GB" sz="28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54B99A-980C-48B9-C02D-37A777E357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797435"/>
              </p:ext>
            </p:extLst>
          </p:nvPr>
        </p:nvGraphicFramePr>
        <p:xfrm>
          <a:off x="1813651" y="2112579"/>
          <a:ext cx="8588642" cy="4192805"/>
        </p:xfrm>
        <a:graphic>
          <a:graphicData uri="http://schemas.openxmlformats.org/drawingml/2006/table">
            <a:tbl>
              <a:tblPr/>
              <a:tblGrid>
                <a:gridCol w="2011414">
                  <a:extLst>
                    <a:ext uri="{9D8B030D-6E8A-4147-A177-3AD203B41FA5}">
                      <a16:colId xmlns:a16="http://schemas.microsoft.com/office/drawing/2014/main" val="1898966930"/>
                    </a:ext>
                  </a:extLst>
                </a:gridCol>
                <a:gridCol w="2263234">
                  <a:extLst>
                    <a:ext uri="{9D8B030D-6E8A-4147-A177-3AD203B41FA5}">
                      <a16:colId xmlns:a16="http://schemas.microsoft.com/office/drawing/2014/main" val="1102044350"/>
                    </a:ext>
                  </a:extLst>
                </a:gridCol>
                <a:gridCol w="1893373">
                  <a:extLst>
                    <a:ext uri="{9D8B030D-6E8A-4147-A177-3AD203B41FA5}">
                      <a16:colId xmlns:a16="http://schemas.microsoft.com/office/drawing/2014/main" val="572111066"/>
                    </a:ext>
                  </a:extLst>
                </a:gridCol>
                <a:gridCol w="2420621">
                  <a:extLst>
                    <a:ext uri="{9D8B030D-6E8A-4147-A177-3AD203B41FA5}">
                      <a16:colId xmlns:a16="http://schemas.microsoft.com/office/drawing/2014/main" val="1576650888"/>
                    </a:ext>
                  </a:extLst>
                </a:gridCol>
              </a:tblGrid>
              <a:tr h="838561">
                <a:tc>
                  <a:txBody>
                    <a:bodyPr/>
                    <a:lstStyle/>
                    <a:p>
                      <a:r>
                        <a:rPr lang="en-GB" sz="2200" b="1"/>
                        <a:t>IP Tool</a:t>
                      </a:r>
                      <a:endParaRPr lang="en-GB" sz="2200"/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1"/>
                        <a:t>Protection Covers</a:t>
                      </a:r>
                      <a:endParaRPr lang="en-GB" sz="2200"/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1"/>
                        <a:t>Duration</a:t>
                      </a:r>
                      <a:endParaRPr lang="en-GB" sz="2200"/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1"/>
                        <a:t>Example</a:t>
                      </a:r>
                      <a:endParaRPr lang="en-GB" sz="2200"/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552179"/>
                  </a:ext>
                </a:extLst>
              </a:tr>
              <a:tr h="838561">
                <a:tc>
                  <a:txBody>
                    <a:bodyPr/>
                    <a:lstStyle/>
                    <a:p>
                      <a:r>
                        <a:rPr lang="en-GB" sz="2200"/>
                        <a:t>Copyright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Creative works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Life + 50-70 years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Books, music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249370"/>
                  </a:ext>
                </a:extLst>
              </a:tr>
              <a:tr h="838561">
                <a:tc>
                  <a:txBody>
                    <a:bodyPr/>
                    <a:lstStyle/>
                    <a:p>
                      <a:r>
                        <a:rPr lang="en-GB" sz="2200"/>
                        <a:t>Trademark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Brand identity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Renewable indefinitely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Logos, slogans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371871"/>
                  </a:ext>
                </a:extLst>
              </a:tr>
              <a:tr h="838561">
                <a:tc>
                  <a:txBody>
                    <a:bodyPr/>
                    <a:lstStyle/>
                    <a:p>
                      <a:r>
                        <a:rPr lang="en-GB" sz="2200"/>
                        <a:t>Design Right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Product aesthetics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10-25 years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Product designs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249462"/>
                  </a:ext>
                </a:extLst>
              </a:tr>
              <a:tr h="838561">
                <a:tc>
                  <a:txBody>
                    <a:bodyPr/>
                    <a:lstStyle/>
                    <a:p>
                      <a:r>
                        <a:rPr lang="en-GB" sz="2200"/>
                        <a:t>Patent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Inventions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20 years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New technologies</a:t>
                      </a:r>
                    </a:p>
                  </a:txBody>
                  <a:tcPr marL="113319" marR="113319" marT="56660" marB="56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03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225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459AC-AD61-EC62-FD90-EC7A9C8B8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615D68-AA0C-811B-755F-BD949A64CB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0035801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7963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391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Intellectual Property (IP)</vt:lpstr>
      <vt:lpstr>Understanding Intellectual Property (IP) </vt:lpstr>
      <vt:lpstr>Introduction </vt:lpstr>
      <vt:lpstr>Importance of Intellectual Property </vt:lpstr>
      <vt:lpstr>Copyrights </vt:lpstr>
      <vt:lpstr>Trademarks </vt:lpstr>
      <vt:lpstr>Design Rights </vt:lpstr>
      <vt:lpstr>Patents</vt:lpstr>
      <vt:lpstr>Comparing IP Tools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Danci</dc:creator>
  <cp:lastModifiedBy>Christian Danci</cp:lastModifiedBy>
  <cp:revision>2</cp:revision>
  <dcterms:created xsi:type="dcterms:W3CDTF">2025-02-04T12:42:05Z</dcterms:created>
  <dcterms:modified xsi:type="dcterms:W3CDTF">2025-02-04T13:00:47Z</dcterms:modified>
</cp:coreProperties>
</file>